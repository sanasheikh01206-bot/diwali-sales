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0" r:id="rId4"/>
    <p:sldId id="271" r:id="rId5"/>
    <p:sldId id="272" r:id="rId6"/>
    <p:sldId id="273" r:id="rId7"/>
    <p:sldId id="274" r:id="rId8"/>
    <p:sldId id="269" r:id="rId9"/>
    <p:sldId id="275" r:id="rId10"/>
    <p:sldId id="276" r:id="rId11"/>
    <p:sldId id="277" r:id="rId12"/>
    <p:sldId id="278" r:id="rId13"/>
    <p:sldId id="279" r:id="rId14"/>
    <p:sldId id="28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DF671-7D75-4C94-8997-DDAFD1738C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D6DAE5-F21D-7453-9E25-AA39CC0FFF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C2B38C-ACF9-EA8B-4E35-994224DA57B8}"/>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5" name="Footer Placeholder 4">
            <a:extLst>
              <a:ext uri="{FF2B5EF4-FFF2-40B4-BE49-F238E27FC236}">
                <a16:creationId xmlns:a16="http://schemas.microsoft.com/office/drawing/2014/main" id="{5B1CE76C-B3AB-BA23-DFD6-87353D7EB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66C8A6-99EF-FF53-25F6-AF53C3038747}"/>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933008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66DCD-6E62-1730-E884-29875D1ADB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4A8761-9323-B8DC-0519-23D9E6CBD5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B8C8D6-3E43-ADEA-7147-8B00206181A3}"/>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5" name="Footer Placeholder 4">
            <a:extLst>
              <a:ext uri="{FF2B5EF4-FFF2-40B4-BE49-F238E27FC236}">
                <a16:creationId xmlns:a16="http://schemas.microsoft.com/office/drawing/2014/main" id="{DE41F4E3-8B9B-1D6A-2963-21138D5BF7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6A2E17-FF67-16DA-22F7-A648A4CA53E1}"/>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3188330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D86B3-143D-1F49-1F6A-82796022A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A4E2D5-6F31-A6F7-AE54-3EA1CF3B65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C109A9-1833-0DAD-54DA-F47FBAB93E40}"/>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5" name="Footer Placeholder 4">
            <a:extLst>
              <a:ext uri="{FF2B5EF4-FFF2-40B4-BE49-F238E27FC236}">
                <a16:creationId xmlns:a16="http://schemas.microsoft.com/office/drawing/2014/main" id="{FEB9C083-25AC-F352-CE97-B62A31BE2F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AA17A9-12A1-4042-21EE-7FC2315E8874}"/>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439368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7303C-3247-2821-39AB-4CEA060C42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424787-F941-9BD9-4CFB-3D42E71E74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916D82-9AA9-C7FF-512D-505D16790D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DC3E20-3D2E-CC6F-E087-1778511AB361}"/>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6" name="Footer Placeholder 5">
            <a:extLst>
              <a:ext uri="{FF2B5EF4-FFF2-40B4-BE49-F238E27FC236}">
                <a16:creationId xmlns:a16="http://schemas.microsoft.com/office/drawing/2014/main" id="{9B20F4CB-295D-BDB0-FB4A-B6A476F93A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63D2B6-4100-0650-D651-BD267D5D8C15}"/>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740634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FDBB4-4F7E-7094-ACDF-0EBC64A7B9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D49CE4-31A7-14BA-7C4D-0340040279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3B135E-F473-5273-B5BD-F521D116CE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C1955D-7AA1-6B4E-CA33-356083E9F4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BF6B66-AA2C-BD11-3C1D-C3D3C3CDA0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66FD08E-98C2-F023-CC02-CEF885D8A9FC}"/>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8" name="Footer Placeholder 7">
            <a:extLst>
              <a:ext uri="{FF2B5EF4-FFF2-40B4-BE49-F238E27FC236}">
                <a16:creationId xmlns:a16="http://schemas.microsoft.com/office/drawing/2014/main" id="{76690444-C65A-CCF2-C6D2-1279A8C260E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538A498-A036-C8A1-9022-AF4C8EBCAC72}"/>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1792150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E6EB-81B9-7C74-BDE4-75AEAAB8A46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37E0D7-3366-1D5F-F2A0-3B855B8EDFC8}"/>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4" name="Footer Placeholder 3">
            <a:extLst>
              <a:ext uri="{FF2B5EF4-FFF2-40B4-BE49-F238E27FC236}">
                <a16:creationId xmlns:a16="http://schemas.microsoft.com/office/drawing/2014/main" id="{71191CDA-F5C7-2EDF-D838-FDD86BFDFE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23BD8F-68B4-814A-3882-E3EAE1116476}"/>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2505585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C77EFD-FB04-EC71-D224-3F2BF32ECEAA}"/>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3" name="Footer Placeholder 2">
            <a:extLst>
              <a:ext uri="{FF2B5EF4-FFF2-40B4-BE49-F238E27FC236}">
                <a16:creationId xmlns:a16="http://schemas.microsoft.com/office/drawing/2014/main" id="{AC1FEB56-DC32-4015-9C79-8077C2D47E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80B958-E3DB-5CF5-E15F-653CFD5BFE21}"/>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3358082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8BF13-EDDA-8A4E-CAB0-056776E812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1CC878-F9EA-3543-7777-43F3E19095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28110E-7DF9-C52B-8EFA-4E99965EA5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ECFC03-6A3F-D5B3-F8AE-02B6BED528C0}"/>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6" name="Footer Placeholder 5">
            <a:extLst>
              <a:ext uri="{FF2B5EF4-FFF2-40B4-BE49-F238E27FC236}">
                <a16:creationId xmlns:a16="http://schemas.microsoft.com/office/drawing/2014/main" id="{50086C89-09F2-BF44-F853-308FE96321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F22A59-8854-8D57-C15A-8E4DF02D1671}"/>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739912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E63E9-1D12-D625-4FE1-9B0FA753FE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F539DB-8ED2-7472-6240-3CDCD0524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80236CD-E1BC-8078-89B4-F4A61D076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A18AA1-F6E7-E4CA-CDE8-6BDEC960FA73}"/>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6" name="Footer Placeholder 5">
            <a:extLst>
              <a:ext uri="{FF2B5EF4-FFF2-40B4-BE49-F238E27FC236}">
                <a16:creationId xmlns:a16="http://schemas.microsoft.com/office/drawing/2014/main" id="{121FD795-97BD-3FD2-FF86-BE3228E685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394DCC-C3A8-7E24-9D5A-429013FCC794}"/>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844741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407DA-91EC-7764-160B-164B9D7EB0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58D632-08BF-658F-3D61-8615785F82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41751E-39F5-2229-70F3-D8D8F2297B53}"/>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5" name="Footer Placeholder 4">
            <a:extLst>
              <a:ext uri="{FF2B5EF4-FFF2-40B4-BE49-F238E27FC236}">
                <a16:creationId xmlns:a16="http://schemas.microsoft.com/office/drawing/2014/main" id="{C1926C0D-A894-1771-ED64-C7575E8F67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22BBA6-FF00-279C-8FDE-1341FBA6324C}"/>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3626702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EB69CC-701A-B03A-8EB5-79BF4F0B58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6408B2-B75C-F635-4A8C-520FA9D6A6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AAD48B-1134-90E4-DF7F-D0EB6C4B5047}"/>
              </a:ext>
            </a:extLst>
          </p:cNvPr>
          <p:cNvSpPr>
            <a:spLocks noGrp="1"/>
          </p:cNvSpPr>
          <p:nvPr>
            <p:ph type="dt" sz="half" idx="10"/>
          </p:nvPr>
        </p:nvSpPr>
        <p:spPr/>
        <p:txBody>
          <a:bodyPr/>
          <a:lstStyle/>
          <a:p>
            <a:fld id="{0B3DEB76-87C7-415B-8E5F-BAEB32F94F0B}" type="datetimeFigureOut">
              <a:rPr lang="en-IN" smtClean="0"/>
              <a:t>08-11-2025</a:t>
            </a:fld>
            <a:endParaRPr lang="en-IN"/>
          </a:p>
        </p:txBody>
      </p:sp>
      <p:sp>
        <p:nvSpPr>
          <p:cNvPr id="5" name="Footer Placeholder 4">
            <a:extLst>
              <a:ext uri="{FF2B5EF4-FFF2-40B4-BE49-F238E27FC236}">
                <a16:creationId xmlns:a16="http://schemas.microsoft.com/office/drawing/2014/main" id="{CAEF64AC-2619-F0B2-0D53-8F9E56D08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2D5034-06FB-B2BF-8972-6CC38A3B48D2}"/>
              </a:ext>
            </a:extLst>
          </p:cNvPr>
          <p:cNvSpPr>
            <a:spLocks noGrp="1"/>
          </p:cNvSpPr>
          <p:nvPr>
            <p:ph type="sldNum" sz="quarter" idx="12"/>
          </p:nvPr>
        </p:nvSpPr>
        <p:spPr/>
        <p:txBody>
          <a:bodyPr/>
          <a:lstStyle/>
          <a:p>
            <a:fld id="{7D2AF58A-4A57-49F0-9B52-B501B36D1567}" type="slidenum">
              <a:rPr lang="en-IN" smtClean="0"/>
              <a:t>‹#›</a:t>
            </a:fld>
            <a:endParaRPr lang="en-IN"/>
          </a:p>
        </p:txBody>
      </p:sp>
    </p:spTree>
    <p:extLst>
      <p:ext uri="{BB962C8B-B14F-4D97-AF65-F5344CB8AC3E}">
        <p14:creationId xmlns:p14="http://schemas.microsoft.com/office/powerpoint/2010/main" val="3907492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630576-3FFB-CE3B-36D7-788B24B89A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E40B4E-7C2E-966C-ABF9-6D32CFAF9C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53E9D8-9B42-0F57-23A9-BB22CFB6B2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3DEB76-87C7-415B-8E5F-BAEB32F94F0B}" type="datetimeFigureOut">
              <a:rPr lang="en-IN" smtClean="0"/>
              <a:t>08-11-2025</a:t>
            </a:fld>
            <a:endParaRPr lang="en-IN"/>
          </a:p>
        </p:txBody>
      </p:sp>
      <p:sp>
        <p:nvSpPr>
          <p:cNvPr id="5" name="Footer Placeholder 4">
            <a:extLst>
              <a:ext uri="{FF2B5EF4-FFF2-40B4-BE49-F238E27FC236}">
                <a16:creationId xmlns:a16="http://schemas.microsoft.com/office/drawing/2014/main" id="{5B6FF308-33ED-FA30-EC68-94FD439A1C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9071CEC-6BB5-85A4-AE19-1684C86370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2AF58A-4A57-49F0-9B52-B501B36D1567}" type="slidenum">
              <a:rPr lang="en-IN" smtClean="0"/>
              <a:t>‹#›</a:t>
            </a:fld>
            <a:endParaRPr lang="en-IN"/>
          </a:p>
        </p:txBody>
      </p:sp>
    </p:spTree>
    <p:extLst>
      <p:ext uri="{BB962C8B-B14F-4D97-AF65-F5344CB8AC3E}">
        <p14:creationId xmlns:p14="http://schemas.microsoft.com/office/powerpoint/2010/main" val="2151484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2B109F-36DB-CD99-9D8A-B4E9EB8185A9}"/>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21939C7B-55FB-CDF8-DF73-6DCDA01E93D8}"/>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CFAB8766-E6D3-B7F8-E288-779B6C8535F9}"/>
              </a:ext>
            </a:extLst>
          </p:cNvPr>
          <p:cNvSpPr/>
          <p:nvPr/>
        </p:nvSpPr>
        <p:spPr>
          <a:xfrm>
            <a:off x="370114" y="6150428"/>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2400" b="1" dirty="0">
                <a:ln/>
                <a:solidFill>
                  <a:schemeClr val="accent3"/>
                </a:solidFill>
              </a:rPr>
              <a:t>Intro</a:t>
            </a:r>
            <a:endParaRPr lang="en-IN" sz="2400" b="1" dirty="0">
              <a:ln/>
              <a:solidFill>
                <a:schemeClr val="accent3"/>
              </a:solidFill>
            </a:endParaRPr>
          </a:p>
        </p:txBody>
      </p:sp>
      <p:sp>
        <p:nvSpPr>
          <p:cNvPr id="8" name="TextBox 7">
            <a:extLst>
              <a:ext uri="{FF2B5EF4-FFF2-40B4-BE49-F238E27FC236}">
                <a16:creationId xmlns:a16="http://schemas.microsoft.com/office/drawing/2014/main" id="{D93C955B-5F60-FE55-1B88-1E0982777A71}"/>
              </a:ext>
            </a:extLst>
          </p:cNvPr>
          <p:cNvSpPr txBox="1"/>
          <p:nvPr/>
        </p:nvSpPr>
        <p:spPr>
          <a:xfrm>
            <a:off x="2044828" y="6150428"/>
            <a:ext cx="1042987" cy="369332"/>
          </a:xfrm>
          <a:prstGeom prst="rect">
            <a:avLst/>
          </a:prstGeom>
          <a:noFill/>
        </p:spPr>
        <p:txBody>
          <a:bodyPr wrap="square">
            <a:spAutoFit/>
          </a:bodyPr>
          <a:lstStyle/>
          <a:p>
            <a:pPr algn="ctr"/>
            <a:r>
              <a:rPr lang="en-GB" b="1" dirty="0">
                <a:ln/>
                <a:solidFill>
                  <a:schemeClr val="accent3"/>
                </a:solidFill>
              </a:rPr>
              <a:t>1</a:t>
            </a:r>
            <a:endParaRPr lang="en-IN" b="1" dirty="0">
              <a:ln/>
              <a:solidFill>
                <a:schemeClr val="accent3"/>
              </a:solidFill>
            </a:endParaRPr>
          </a:p>
        </p:txBody>
      </p:sp>
      <p:sp>
        <p:nvSpPr>
          <p:cNvPr id="9" name="TextBox 8">
            <a:extLst>
              <a:ext uri="{FF2B5EF4-FFF2-40B4-BE49-F238E27FC236}">
                <a16:creationId xmlns:a16="http://schemas.microsoft.com/office/drawing/2014/main" id="{23956352-30CC-B251-3CA7-4C5B76D71F95}"/>
              </a:ext>
            </a:extLst>
          </p:cNvPr>
          <p:cNvSpPr txBox="1"/>
          <p:nvPr/>
        </p:nvSpPr>
        <p:spPr>
          <a:xfrm>
            <a:off x="3624836" y="6172591"/>
            <a:ext cx="1042987" cy="369332"/>
          </a:xfrm>
          <a:prstGeom prst="rect">
            <a:avLst/>
          </a:prstGeom>
          <a:noFill/>
        </p:spPr>
        <p:txBody>
          <a:bodyPr wrap="square">
            <a:spAutoFit/>
          </a:bodyPr>
          <a:lstStyle/>
          <a:p>
            <a:pPr algn="ctr"/>
            <a:r>
              <a:rPr lang="en-GB" b="1" dirty="0">
                <a:ln/>
                <a:solidFill>
                  <a:schemeClr val="accent3"/>
                </a:solidFill>
              </a:rPr>
              <a:t>2</a:t>
            </a:r>
            <a:endParaRPr lang="en-IN" b="1" dirty="0">
              <a:ln/>
              <a:solidFill>
                <a:schemeClr val="accent3"/>
              </a:solidFill>
            </a:endParaRPr>
          </a:p>
        </p:txBody>
      </p:sp>
      <p:sp>
        <p:nvSpPr>
          <p:cNvPr id="10" name="TextBox 9">
            <a:extLst>
              <a:ext uri="{FF2B5EF4-FFF2-40B4-BE49-F238E27FC236}">
                <a16:creationId xmlns:a16="http://schemas.microsoft.com/office/drawing/2014/main" id="{CCF2CA5E-502B-BCCD-A726-ACBB2CE83812}"/>
              </a:ext>
            </a:extLst>
          </p:cNvPr>
          <p:cNvSpPr txBox="1"/>
          <p:nvPr/>
        </p:nvSpPr>
        <p:spPr>
          <a:xfrm>
            <a:off x="5448405" y="6172591"/>
            <a:ext cx="1042987" cy="369332"/>
          </a:xfrm>
          <a:prstGeom prst="rect">
            <a:avLst/>
          </a:prstGeom>
          <a:noFill/>
        </p:spPr>
        <p:txBody>
          <a:bodyPr wrap="square">
            <a:spAutoFit/>
          </a:bodyPr>
          <a:lstStyle/>
          <a:p>
            <a:pPr algn="ctr"/>
            <a:r>
              <a:rPr lang="en-GB" b="1" dirty="0">
                <a:ln/>
                <a:solidFill>
                  <a:schemeClr val="accent3"/>
                </a:solidFill>
              </a:rPr>
              <a:t>3</a:t>
            </a:r>
            <a:endParaRPr lang="en-IN" b="1" dirty="0">
              <a:ln/>
              <a:solidFill>
                <a:schemeClr val="accent3"/>
              </a:solidFill>
            </a:endParaRPr>
          </a:p>
        </p:txBody>
      </p:sp>
      <p:sp>
        <p:nvSpPr>
          <p:cNvPr id="11" name="TextBox 10">
            <a:extLst>
              <a:ext uri="{FF2B5EF4-FFF2-40B4-BE49-F238E27FC236}">
                <a16:creationId xmlns:a16="http://schemas.microsoft.com/office/drawing/2014/main" id="{72037E85-5D8C-6966-E7B7-4D59C28F74D8}"/>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4</a:t>
            </a:r>
            <a:endParaRPr lang="en-IN" b="1" dirty="0">
              <a:ln/>
              <a:solidFill>
                <a:schemeClr val="accent3"/>
              </a:solidFill>
            </a:endParaRPr>
          </a:p>
        </p:txBody>
      </p:sp>
      <p:sp>
        <p:nvSpPr>
          <p:cNvPr id="12" name="TextBox 11">
            <a:extLst>
              <a:ext uri="{FF2B5EF4-FFF2-40B4-BE49-F238E27FC236}">
                <a16:creationId xmlns:a16="http://schemas.microsoft.com/office/drawing/2014/main" id="{746D1F80-B9E9-8048-D9FF-A9AC2098B92C}"/>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5</a:t>
            </a:r>
            <a:endParaRPr lang="en-IN" b="1" dirty="0">
              <a:ln/>
              <a:solidFill>
                <a:schemeClr val="accent3"/>
              </a:solidFill>
            </a:endParaRPr>
          </a:p>
        </p:txBody>
      </p:sp>
      <p:sp>
        <p:nvSpPr>
          <p:cNvPr id="13" name="TextBox 12">
            <a:extLst>
              <a:ext uri="{FF2B5EF4-FFF2-40B4-BE49-F238E27FC236}">
                <a16:creationId xmlns:a16="http://schemas.microsoft.com/office/drawing/2014/main" id="{EB2DB2D4-7504-4228-5CDC-206E39CC71F2}"/>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6</a:t>
            </a:r>
            <a:endParaRPr lang="en-IN" b="1" dirty="0">
              <a:ln/>
              <a:solidFill>
                <a:schemeClr val="accent3"/>
              </a:solidFill>
            </a:endParaRPr>
          </a:p>
        </p:txBody>
      </p:sp>
      <p:sp>
        <p:nvSpPr>
          <p:cNvPr id="14" name="Rectangle: Rounded Corners 13">
            <a:extLst>
              <a:ext uri="{FF2B5EF4-FFF2-40B4-BE49-F238E27FC236}">
                <a16:creationId xmlns:a16="http://schemas.microsoft.com/office/drawing/2014/main" id="{5802E517-112B-EEE1-D5E7-C1FC4BA926F1}"/>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extBox 14">
            <a:extLst>
              <a:ext uri="{FF2B5EF4-FFF2-40B4-BE49-F238E27FC236}">
                <a16:creationId xmlns:a16="http://schemas.microsoft.com/office/drawing/2014/main" id="{438C6BE2-8B01-DFB6-E698-FEA2FB68DB3D}"/>
              </a:ext>
            </a:extLst>
          </p:cNvPr>
          <p:cNvSpPr txBox="1"/>
          <p:nvPr/>
        </p:nvSpPr>
        <p:spPr>
          <a:xfrm>
            <a:off x="1230086" y="485635"/>
            <a:ext cx="5261306" cy="800219"/>
          </a:xfrm>
          <a:prstGeom prst="rect">
            <a:avLst/>
          </a:prstGeom>
          <a:noFill/>
        </p:spPr>
        <p:txBody>
          <a:bodyPr wrap="square" rtlCol="0">
            <a:spAutoFit/>
          </a:bodyPr>
          <a:lstStyle/>
          <a:p>
            <a:r>
              <a:rPr lang="en-GB" sz="2800" dirty="0">
                <a:solidFill>
                  <a:schemeClr val="accent5">
                    <a:lumMod val="60000"/>
                    <a:lumOff val="40000"/>
                  </a:schemeClr>
                </a:solidFill>
              </a:rPr>
              <a:t>Project Title</a:t>
            </a:r>
          </a:p>
          <a:p>
            <a:r>
              <a:rPr lang="en-GB" sz="1400" dirty="0">
                <a:solidFill>
                  <a:schemeClr val="accent5">
                    <a:lumMod val="60000"/>
                    <a:lumOff val="40000"/>
                  </a:schemeClr>
                </a:solidFill>
              </a:rPr>
              <a:t>      </a:t>
            </a:r>
            <a:r>
              <a:rPr lang="en-GB" dirty="0"/>
              <a:t>Diwali sales analysis    </a:t>
            </a:r>
            <a:endParaRPr lang="en-IN" dirty="0"/>
          </a:p>
        </p:txBody>
      </p:sp>
      <p:sp>
        <p:nvSpPr>
          <p:cNvPr id="16" name="TextBox 15">
            <a:extLst>
              <a:ext uri="{FF2B5EF4-FFF2-40B4-BE49-F238E27FC236}">
                <a16:creationId xmlns:a16="http://schemas.microsoft.com/office/drawing/2014/main" id="{FC571885-8F20-680B-FA69-169CEDCFB30E}"/>
              </a:ext>
            </a:extLst>
          </p:cNvPr>
          <p:cNvSpPr txBox="1"/>
          <p:nvPr/>
        </p:nvSpPr>
        <p:spPr>
          <a:xfrm>
            <a:off x="1415144" y="1844266"/>
            <a:ext cx="8436428" cy="1754326"/>
          </a:xfrm>
          <a:prstGeom prst="rect">
            <a:avLst/>
          </a:prstGeom>
          <a:noFill/>
        </p:spPr>
        <p:txBody>
          <a:bodyPr wrap="square" rtlCol="0">
            <a:spAutoFit/>
          </a:bodyPr>
          <a:lstStyle/>
          <a:p>
            <a:r>
              <a:rPr lang="en-GB" dirty="0"/>
              <a:t>This project performs an exploratory data analysis (EDA) on Diwali sales data. Using Python libraries such as Pandas, NumPy, Matplotlib, and Seaborn, the dataset is cleaned, processed, and visualized to identify patterns based on demographics, purchase behaviour, and spending trends. The analysis highlights factors influencing sales performance, helping understand customer preferences and business opportunities during the festive season</a:t>
            </a:r>
            <a:endParaRPr lang="en-IN" dirty="0"/>
          </a:p>
        </p:txBody>
      </p:sp>
      <p:sp>
        <p:nvSpPr>
          <p:cNvPr id="18" name="TextBox 17">
            <a:extLst>
              <a:ext uri="{FF2B5EF4-FFF2-40B4-BE49-F238E27FC236}">
                <a16:creationId xmlns:a16="http://schemas.microsoft.com/office/drawing/2014/main" id="{35C34140-C980-4D8E-90ED-C11E642A86E6}"/>
              </a:ext>
            </a:extLst>
          </p:cNvPr>
          <p:cNvSpPr txBox="1"/>
          <p:nvPr/>
        </p:nvSpPr>
        <p:spPr>
          <a:xfrm>
            <a:off x="1230086" y="1423146"/>
            <a:ext cx="2188028" cy="523220"/>
          </a:xfrm>
          <a:prstGeom prst="rect">
            <a:avLst/>
          </a:prstGeom>
          <a:noFill/>
        </p:spPr>
        <p:txBody>
          <a:bodyPr wrap="square" rtlCol="0">
            <a:spAutoFit/>
          </a:bodyPr>
          <a:lstStyle/>
          <a:p>
            <a:r>
              <a:rPr lang="en-GB" sz="2800" dirty="0">
                <a:solidFill>
                  <a:schemeClr val="accent5">
                    <a:lumMod val="60000"/>
                    <a:lumOff val="40000"/>
                  </a:schemeClr>
                </a:solidFill>
              </a:rPr>
              <a:t>Description</a:t>
            </a:r>
            <a:endParaRPr lang="en-IN" sz="2800" dirty="0">
              <a:solidFill>
                <a:schemeClr val="accent5">
                  <a:lumMod val="60000"/>
                  <a:lumOff val="40000"/>
                </a:schemeClr>
              </a:solidFill>
            </a:endParaRPr>
          </a:p>
        </p:txBody>
      </p:sp>
      <p:sp>
        <p:nvSpPr>
          <p:cNvPr id="19" name="TextBox 18">
            <a:extLst>
              <a:ext uri="{FF2B5EF4-FFF2-40B4-BE49-F238E27FC236}">
                <a16:creationId xmlns:a16="http://schemas.microsoft.com/office/drawing/2014/main" id="{F8B57416-C38E-09D5-650A-B44D91909DF0}"/>
              </a:ext>
            </a:extLst>
          </p:cNvPr>
          <p:cNvSpPr txBox="1"/>
          <p:nvPr/>
        </p:nvSpPr>
        <p:spPr>
          <a:xfrm>
            <a:off x="1415144" y="3838077"/>
            <a:ext cx="6422570" cy="1877437"/>
          </a:xfrm>
          <a:prstGeom prst="rect">
            <a:avLst/>
          </a:prstGeom>
          <a:noFill/>
        </p:spPr>
        <p:txBody>
          <a:bodyPr wrap="square" rtlCol="0">
            <a:spAutoFit/>
          </a:bodyPr>
          <a:lstStyle/>
          <a:p>
            <a:r>
              <a:rPr lang="en-GB" sz="2000" dirty="0">
                <a:solidFill>
                  <a:schemeClr val="accent5">
                    <a:lumMod val="60000"/>
                    <a:lumOff val="40000"/>
                  </a:schemeClr>
                </a:solidFill>
              </a:rPr>
              <a:t>Programming language </a:t>
            </a:r>
            <a:r>
              <a:rPr lang="en-GB" dirty="0"/>
              <a:t>: Python</a:t>
            </a:r>
          </a:p>
          <a:p>
            <a:r>
              <a:rPr lang="en-GB" sz="2000" dirty="0">
                <a:solidFill>
                  <a:schemeClr val="accent5">
                    <a:lumMod val="60000"/>
                    <a:lumOff val="40000"/>
                  </a:schemeClr>
                </a:solidFill>
              </a:rPr>
              <a:t>Libraries</a:t>
            </a:r>
            <a:r>
              <a:rPr lang="en-GB" dirty="0">
                <a:solidFill>
                  <a:schemeClr val="accent1">
                    <a:lumMod val="40000"/>
                    <a:lumOff val="60000"/>
                  </a:schemeClr>
                </a:solidFill>
              </a:rPr>
              <a:t> </a:t>
            </a:r>
            <a:r>
              <a:rPr lang="en-GB" dirty="0"/>
              <a:t>: Pandas , NumPy , Matplotlib , Seaborn </a:t>
            </a:r>
          </a:p>
          <a:p>
            <a:r>
              <a:rPr lang="en-GB" sz="2000" dirty="0">
                <a:solidFill>
                  <a:schemeClr val="accent5">
                    <a:lumMod val="60000"/>
                    <a:lumOff val="40000"/>
                  </a:schemeClr>
                </a:solidFill>
              </a:rPr>
              <a:t>Concept Applied </a:t>
            </a:r>
            <a:r>
              <a:rPr lang="en-GB" dirty="0"/>
              <a:t>: Data Cleaning , Exploratory Data  Analysis(EDA) , Data Visualization</a:t>
            </a:r>
          </a:p>
          <a:p>
            <a:r>
              <a:rPr lang="en-GB" sz="2000" dirty="0">
                <a:solidFill>
                  <a:schemeClr val="accent5">
                    <a:lumMod val="60000"/>
                    <a:lumOff val="40000"/>
                  </a:schemeClr>
                </a:solidFill>
              </a:rPr>
              <a:t>Tools</a:t>
            </a:r>
            <a:r>
              <a:rPr lang="en-GB" dirty="0">
                <a:solidFill>
                  <a:schemeClr val="accent1">
                    <a:lumMod val="40000"/>
                    <a:lumOff val="60000"/>
                  </a:schemeClr>
                </a:solidFill>
              </a:rPr>
              <a:t> </a:t>
            </a:r>
            <a:r>
              <a:rPr lang="en-GB" dirty="0"/>
              <a:t>: Jupyter Notebook</a:t>
            </a:r>
            <a:endParaRPr lang="en-IN" dirty="0">
              <a:solidFill>
                <a:schemeClr val="accent1">
                  <a:lumMod val="40000"/>
                  <a:lumOff val="60000"/>
                </a:schemeClr>
              </a:solidFill>
            </a:endParaRPr>
          </a:p>
          <a:p>
            <a:endParaRPr lang="en-IN" dirty="0"/>
          </a:p>
        </p:txBody>
      </p:sp>
    </p:spTree>
    <p:extLst>
      <p:ext uri="{BB962C8B-B14F-4D97-AF65-F5344CB8AC3E}">
        <p14:creationId xmlns:p14="http://schemas.microsoft.com/office/powerpoint/2010/main" val="8355204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802EB5-3D91-E382-64F3-9EAC43E78AA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E3C113E-9E87-C6C7-E729-BC6607802C40}"/>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D7C58DAE-B5A2-CA0A-4EF0-53AED3B0F889}"/>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252CCA10-186C-FF63-BA1A-56835BCD5550}"/>
              </a:ext>
            </a:extLst>
          </p:cNvPr>
          <p:cNvSpPr/>
          <p:nvPr/>
        </p:nvSpPr>
        <p:spPr>
          <a:xfrm>
            <a:off x="2036664" y="6150428"/>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1</a:t>
            </a:r>
            <a:endParaRPr lang="en-IN" sz="3600" b="1" dirty="0">
              <a:ln/>
              <a:solidFill>
                <a:schemeClr val="accent3"/>
              </a:solidFill>
            </a:endParaRPr>
          </a:p>
        </p:txBody>
      </p:sp>
      <p:sp>
        <p:nvSpPr>
          <p:cNvPr id="8" name="TextBox 7">
            <a:extLst>
              <a:ext uri="{FF2B5EF4-FFF2-40B4-BE49-F238E27FC236}">
                <a16:creationId xmlns:a16="http://schemas.microsoft.com/office/drawing/2014/main" id="{01ADD495-FC4F-C7B9-2AB3-5C672EB55183}"/>
              </a:ext>
            </a:extLst>
          </p:cNvPr>
          <p:cNvSpPr txBox="1"/>
          <p:nvPr/>
        </p:nvSpPr>
        <p:spPr>
          <a:xfrm>
            <a:off x="993677" y="6183085"/>
            <a:ext cx="1042987" cy="369332"/>
          </a:xfrm>
          <a:prstGeom prst="rect">
            <a:avLst/>
          </a:prstGeom>
          <a:noFill/>
        </p:spPr>
        <p:txBody>
          <a:bodyPr wrap="square">
            <a:spAutoFit/>
          </a:bodyPr>
          <a:lstStyle/>
          <a:p>
            <a:pPr algn="ctr"/>
            <a:r>
              <a:rPr lang="en-GB" b="1" dirty="0">
                <a:ln/>
                <a:solidFill>
                  <a:schemeClr val="accent3"/>
                </a:solidFill>
              </a:rPr>
              <a:t>intro</a:t>
            </a:r>
            <a:endParaRPr lang="en-IN" b="1" dirty="0">
              <a:ln/>
              <a:solidFill>
                <a:schemeClr val="accent3"/>
              </a:solidFill>
            </a:endParaRPr>
          </a:p>
        </p:txBody>
      </p:sp>
      <p:sp>
        <p:nvSpPr>
          <p:cNvPr id="9" name="TextBox 8">
            <a:extLst>
              <a:ext uri="{FF2B5EF4-FFF2-40B4-BE49-F238E27FC236}">
                <a16:creationId xmlns:a16="http://schemas.microsoft.com/office/drawing/2014/main" id="{6F95428F-D4BC-837D-03F9-960CE7346DB6}"/>
              </a:ext>
            </a:extLst>
          </p:cNvPr>
          <p:cNvSpPr txBox="1"/>
          <p:nvPr/>
        </p:nvSpPr>
        <p:spPr>
          <a:xfrm>
            <a:off x="3624836" y="6172591"/>
            <a:ext cx="1042987" cy="369332"/>
          </a:xfrm>
          <a:prstGeom prst="rect">
            <a:avLst/>
          </a:prstGeom>
          <a:noFill/>
        </p:spPr>
        <p:txBody>
          <a:bodyPr wrap="square">
            <a:spAutoFit/>
          </a:bodyPr>
          <a:lstStyle/>
          <a:p>
            <a:pPr algn="ctr"/>
            <a:r>
              <a:rPr lang="en-GB" b="1" dirty="0">
                <a:ln/>
                <a:solidFill>
                  <a:schemeClr val="accent3"/>
                </a:solidFill>
              </a:rPr>
              <a:t>2</a:t>
            </a:r>
            <a:endParaRPr lang="en-IN" b="1" dirty="0">
              <a:ln/>
              <a:solidFill>
                <a:schemeClr val="accent3"/>
              </a:solidFill>
            </a:endParaRPr>
          </a:p>
        </p:txBody>
      </p:sp>
      <p:sp>
        <p:nvSpPr>
          <p:cNvPr id="10" name="TextBox 9">
            <a:extLst>
              <a:ext uri="{FF2B5EF4-FFF2-40B4-BE49-F238E27FC236}">
                <a16:creationId xmlns:a16="http://schemas.microsoft.com/office/drawing/2014/main" id="{CFD7FC41-5CE9-ACD2-A46E-987A66BA2EB2}"/>
              </a:ext>
            </a:extLst>
          </p:cNvPr>
          <p:cNvSpPr txBox="1"/>
          <p:nvPr/>
        </p:nvSpPr>
        <p:spPr>
          <a:xfrm>
            <a:off x="5448405" y="6172591"/>
            <a:ext cx="1042987" cy="369332"/>
          </a:xfrm>
          <a:prstGeom prst="rect">
            <a:avLst/>
          </a:prstGeom>
          <a:noFill/>
        </p:spPr>
        <p:txBody>
          <a:bodyPr wrap="square">
            <a:spAutoFit/>
          </a:bodyPr>
          <a:lstStyle/>
          <a:p>
            <a:pPr algn="ctr"/>
            <a:r>
              <a:rPr lang="en-GB" b="1" dirty="0">
                <a:ln/>
                <a:solidFill>
                  <a:schemeClr val="accent3"/>
                </a:solidFill>
              </a:rPr>
              <a:t>3</a:t>
            </a:r>
            <a:endParaRPr lang="en-IN" b="1" dirty="0">
              <a:ln/>
              <a:solidFill>
                <a:schemeClr val="accent3"/>
              </a:solidFill>
            </a:endParaRPr>
          </a:p>
        </p:txBody>
      </p:sp>
      <p:sp>
        <p:nvSpPr>
          <p:cNvPr id="11" name="TextBox 10">
            <a:extLst>
              <a:ext uri="{FF2B5EF4-FFF2-40B4-BE49-F238E27FC236}">
                <a16:creationId xmlns:a16="http://schemas.microsoft.com/office/drawing/2014/main" id="{3ECE3BF1-8BB2-5A20-6DFD-42EFA4D180AC}"/>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4</a:t>
            </a:r>
            <a:endParaRPr lang="en-IN" b="1" dirty="0">
              <a:ln/>
              <a:solidFill>
                <a:schemeClr val="accent3"/>
              </a:solidFill>
            </a:endParaRPr>
          </a:p>
        </p:txBody>
      </p:sp>
      <p:sp>
        <p:nvSpPr>
          <p:cNvPr id="12" name="TextBox 11">
            <a:extLst>
              <a:ext uri="{FF2B5EF4-FFF2-40B4-BE49-F238E27FC236}">
                <a16:creationId xmlns:a16="http://schemas.microsoft.com/office/drawing/2014/main" id="{22249368-15ED-A208-355E-7C4A753A29B2}"/>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5</a:t>
            </a:r>
            <a:endParaRPr lang="en-IN" b="1" dirty="0">
              <a:ln/>
              <a:solidFill>
                <a:schemeClr val="accent3"/>
              </a:solidFill>
            </a:endParaRPr>
          </a:p>
        </p:txBody>
      </p:sp>
      <p:sp>
        <p:nvSpPr>
          <p:cNvPr id="13" name="TextBox 12">
            <a:extLst>
              <a:ext uri="{FF2B5EF4-FFF2-40B4-BE49-F238E27FC236}">
                <a16:creationId xmlns:a16="http://schemas.microsoft.com/office/drawing/2014/main" id="{958AF753-ACA0-29F0-5DFA-B541F9E60221}"/>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6</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0E89BB09-236A-0539-C403-15BE97E0AB47}"/>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036D46F8-1803-11BE-6B9A-768113DE4183}"/>
              </a:ext>
            </a:extLst>
          </p:cNvPr>
          <p:cNvPicPr>
            <a:picLocks noChangeAspect="1"/>
          </p:cNvPicPr>
          <p:nvPr/>
        </p:nvPicPr>
        <p:blipFill>
          <a:blip r:embed="rId2"/>
          <a:stretch>
            <a:fillRect/>
          </a:stretch>
        </p:blipFill>
        <p:spPr>
          <a:xfrm>
            <a:off x="1077665" y="554953"/>
            <a:ext cx="8375106" cy="5029636"/>
          </a:xfrm>
          <a:prstGeom prst="rect">
            <a:avLst/>
          </a:prstGeom>
        </p:spPr>
      </p:pic>
    </p:spTree>
    <p:extLst>
      <p:ext uri="{BB962C8B-B14F-4D97-AF65-F5344CB8AC3E}">
        <p14:creationId xmlns:p14="http://schemas.microsoft.com/office/powerpoint/2010/main" val="27562072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C42695C-AC40-78E7-0EB7-45C998CBBBB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88C14BE-564F-43CB-2B71-390BD99A3392}"/>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3EF9C27-6C39-3A21-7EDB-3554D08BA8F3}"/>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AEC30A90-4012-AB93-4C86-07AA741A974B}"/>
              </a:ext>
            </a:extLst>
          </p:cNvPr>
          <p:cNvSpPr/>
          <p:nvPr/>
        </p:nvSpPr>
        <p:spPr>
          <a:xfrm>
            <a:off x="3738612" y="6161706"/>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2</a:t>
            </a:r>
            <a:endParaRPr lang="en-IN" sz="3600" b="1" dirty="0">
              <a:ln/>
              <a:solidFill>
                <a:schemeClr val="accent3"/>
              </a:solidFill>
            </a:endParaRPr>
          </a:p>
        </p:txBody>
      </p:sp>
      <p:sp>
        <p:nvSpPr>
          <p:cNvPr id="8" name="TextBox 7">
            <a:extLst>
              <a:ext uri="{FF2B5EF4-FFF2-40B4-BE49-F238E27FC236}">
                <a16:creationId xmlns:a16="http://schemas.microsoft.com/office/drawing/2014/main" id="{92BD563B-D678-40AA-D3F3-39654EC1BE6F}"/>
              </a:ext>
            </a:extLst>
          </p:cNvPr>
          <p:cNvSpPr txBox="1"/>
          <p:nvPr/>
        </p:nvSpPr>
        <p:spPr>
          <a:xfrm>
            <a:off x="993677" y="6183085"/>
            <a:ext cx="1042987" cy="369332"/>
          </a:xfrm>
          <a:prstGeom prst="rect">
            <a:avLst/>
          </a:prstGeom>
          <a:noFill/>
        </p:spPr>
        <p:txBody>
          <a:bodyPr wrap="square">
            <a:spAutoFit/>
          </a:bodyPr>
          <a:lstStyle/>
          <a:p>
            <a:pPr algn="ctr"/>
            <a:r>
              <a:rPr lang="en-GB" b="1" dirty="0">
                <a:ln/>
                <a:solidFill>
                  <a:schemeClr val="accent3"/>
                </a:solidFill>
              </a:rPr>
              <a:t>intro</a:t>
            </a:r>
            <a:endParaRPr lang="en-IN" b="1" dirty="0">
              <a:ln/>
              <a:solidFill>
                <a:schemeClr val="accent3"/>
              </a:solidFill>
            </a:endParaRPr>
          </a:p>
        </p:txBody>
      </p:sp>
      <p:sp>
        <p:nvSpPr>
          <p:cNvPr id="9" name="TextBox 8">
            <a:extLst>
              <a:ext uri="{FF2B5EF4-FFF2-40B4-BE49-F238E27FC236}">
                <a16:creationId xmlns:a16="http://schemas.microsoft.com/office/drawing/2014/main" id="{A95FA2B8-3745-A5EC-C7AB-8DA797E75290}"/>
              </a:ext>
            </a:extLst>
          </p:cNvPr>
          <p:cNvSpPr txBox="1"/>
          <p:nvPr/>
        </p:nvSpPr>
        <p:spPr>
          <a:xfrm>
            <a:off x="2217736" y="6172591"/>
            <a:ext cx="1042987" cy="369332"/>
          </a:xfrm>
          <a:prstGeom prst="rect">
            <a:avLst/>
          </a:prstGeom>
          <a:noFill/>
        </p:spPr>
        <p:txBody>
          <a:bodyPr wrap="square">
            <a:spAutoFit/>
          </a:bodyPr>
          <a:lstStyle/>
          <a:p>
            <a:pPr algn="ctr"/>
            <a:r>
              <a:rPr lang="en-GB" b="1" dirty="0">
                <a:ln/>
                <a:solidFill>
                  <a:schemeClr val="accent3"/>
                </a:solidFill>
              </a:rPr>
              <a:t>1</a:t>
            </a:r>
            <a:endParaRPr lang="en-IN" b="1" dirty="0">
              <a:ln/>
              <a:solidFill>
                <a:schemeClr val="accent3"/>
              </a:solidFill>
            </a:endParaRPr>
          </a:p>
        </p:txBody>
      </p:sp>
      <p:sp>
        <p:nvSpPr>
          <p:cNvPr id="10" name="TextBox 9">
            <a:extLst>
              <a:ext uri="{FF2B5EF4-FFF2-40B4-BE49-F238E27FC236}">
                <a16:creationId xmlns:a16="http://schemas.microsoft.com/office/drawing/2014/main" id="{B9EB1CA7-ED01-45A0-6D48-F0539B91DC5A}"/>
              </a:ext>
            </a:extLst>
          </p:cNvPr>
          <p:cNvSpPr txBox="1"/>
          <p:nvPr/>
        </p:nvSpPr>
        <p:spPr>
          <a:xfrm>
            <a:off x="5448405" y="6172591"/>
            <a:ext cx="1042987" cy="369332"/>
          </a:xfrm>
          <a:prstGeom prst="rect">
            <a:avLst/>
          </a:prstGeom>
          <a:noFill/>
        </p:spPr>
        <p:txBody>
          <a:bodyPr wrap="square">
            <a:spAutoFit/>
          </a:bodyPr>
          <a:lstStyle/>
          <a:p>
            <a:pPr algn="ctr"/>
            <a:r>
              <a:rPr lang="en-GB" b="1" dirty="0">
                <a:ln/>
                <a:solidFill>
                  <a:schemeClr val="accent3"/>
                </a:solidFill>
              </a:rPr>
              <a:t>3</a:t>
            </a:r>
            <a:endParaRPr lang="en-IN" b="1" dirty="0">
              <a:ln/>
              <a:solidFill>
                <a:schemeClr val="accent3"/>
              </a:solidFill>
            </a:endParaRPr>
          </a:p>
        </p:txBody>
      </p:sp>
      <p:sp>
        <p:nvSpPr>
          <p:cNvPr id="11" name="TextBox 10">
            <a:extLst>
              <a:ext uri="{FF2B5EF4-FFF2-40B4-BE49-F238E27FC236}">
                <a16:creationId xmlns:a16="http://schemas.microsoft.com/office/drawing/2014/main" id="{B9E69887-E649-FA2D-CC28-DCBBC083AC8F}"/>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4</a:t>
            </a:r>
            <a:endParaRPr lang="en-IN" b="1" dirty="0">
              <a:ln/>
              <a:solidFill>
                <a:schemeClr val="accent3"/>
              </a:solidFill>
            </a:endParaRPr>
          </a:p>
        </p:txBody>
      </p:sp>
      <p:sp>
        <p:nvSpPr>
          <p:cNvPr id="12" name="TextBox 11">
            <a:extLst>
              <a:ext uri="{FF2B5EF4-FFF2-40B4-BE49-F238E27FC236}">
                <a16:creationId xmlns:a16="http://schemas.microsoft.com/office/drawing/2014/main" id="{9C4852C4-D2D4-976A-85A4-12F7112909AD}"/>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5</a:t>
            </a:r>
            <a:endParaRPr lang="en-IN" b="1" dirty="0">
              <a:ln/>
              <a:solidFill>
                <a:schemeClr val="accent3"/>
              </a:solidFill>
            </a:endParaRPr>
          </a:p>
        </p:txBody>
      </p:sp>
      <p:sp>
        <p:nvSpPr>
          <p:cNvPr id="13" name="TextBox 12">
            <a:extLst>
              <a:ext uri="{FF2B5EF4-FFF2-40B4-BE49-F238E27FC236}">
                <a16:creationId xmlns:a16="http://schemas.microsoft.com/office/drawing/2014/main" id="{8AA4CBF2-6CEB-39CA-72CC-403ABC4B7B8C}"/>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6</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E5128734-72BC-A973-915C-C806FF410D67}"/>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5E3DC8A7-AFD6-5F80-1AE5-EB1F70D06CD7}"/>
              </a:ext>
            </a:extLst>
          </p:cNvPr>
          <p:cNvPicPr>
            <a:picLocks noChangeAspect="1"/>
          </p:cNvPicPr>
          <p:nvPr/>
        </p:nvPicPr>
        <p:blipFill>
          <a:blip r:embed="rId2"/>
          <a:stretch>
            <a:fillRect/>
          </a:stretch>
        </p:blipFill>
        <p:spPr>
          <a:xfrm>
            <a:off x="1356110" y="536998"/>
            <a:ext cx="8739524" cy="5199773"/>
          </a:xfrm>
          <a:prstGeom prst="rect">
            <a:avLst/>
          </a:prstGeom>
        </p:spPr>
      </p:pic>
    </p:spTree>
    <p:extLst>
      <p:ext uri="{BB962C8B-B14F-4D97-AF65-F5344CB8AC3E}">
        <p14:creationId xmlns:p14="http://schemas.microsoft.com/office/powerpoint/2010/main" val="24217459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2755391-864C-A1AA-084D-345D2971D3A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4BC8C1C-DEDE-D24C-84A4-DF21E1FB6A8C}"/>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66BC4CC3-FC68-AB85-5FE4-C55A48E3FAE6}"/>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66B3A677-39D6-99A5-312A-31BF65383D60}"/>
              </a:ext>
            </a:extLst>
          </p:cNvPr>
          <p:cNvSpPr/>
          <p:nvPr/>
        </p:nvSpPr>
        <p:spPr>
          <a:xfrm>
            <a:off x="5448405" y="6138759"/>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3</a:t>
            </a:r>
            <a:endParaRPr lang="en-IN" sz="3600" b="1" dirty="0">
              <a:ln/>
              <a:solidFill>
                <a:schemeClr val="accent3"/>
              </a:solidFill>
            </a:endParaRPr>
          </a:p>
        </p:txBody>
      </p:sp>
      <p:sp>
        <p:nvSpPr>
          <p:cNvPr id="8" name="TextBox 7">
            <a:extLst>
              <a:ext uri="{FF2B5EF4-FFF2-40B4-BE49-F238E27FC236}">
                <a16:creationId xmlns:a16="http://schemas.microsoft.com/office/drawing/2014/main" id="{2DD1E120-3EE2-378F-1ED3-DB9F957390EE}"/>
              </a:ext>
            </a:extLst>
          </p:cNvPr>
          <p:cNvSpPr txBox="1"/>
          <p:nvPr/>
        </p:nvSpPr>
        <p:spPr>
          <a:xfrm>
            <a:off x="993677" y="6183085"/>
            <a:ext cx="1042987" cy="369332"/>
          </a:xfrm>
          <a:prstGeom prst="rect">
            <a:avLst/>
          </a:prstGeom>
          <a:noFill/>
        </p:spPr>
        <p:txBody>
          <a:bodyPr wrap="square">
            <a:spAutoFit/>
          </a:bodyPr>
          <a:lstStyle/>
          <a:p>
            <a:pPr algn="ctr"/>
            <a:r>
              <a:rPr lang="en-GB" b="1" dirty="0">
                <a:ln/>
                <a:solidFill>
                  <a:schemeClr val="accent3"/>
                </a:solidFill>
              </a:rPr>
              <a:t>intro</a:t>
            </a:r>
            <a:endParaRPr lang="en-IN" b="1" dirty="0">
              <a:ln/>
              <a:solidFill>
                <a:schemeClr val="accent3"/>
              </a:solidFill>
            </a:endParaRPr>
          </a:p>
        </p:txBody>
      </p:sp>
      <p:sp>
        <p:nvSpPr>
          <p:cNvPr id="9" name="TextBox 8">
            <a:extLst>
              <a:ext uri="{FF2B5EF4-FFF2-40B4-BE49-F238E27FC236}">
                <a16:creationId xmlns:a16="http://schemas.microsoft.com/office/drawing/2014/main" id="{619332CC-71B2-2FF5-E8C0-00092BCF1F10}"/>
              </a:ext>
            </a:extLst>
          </p:cNvPr>
          <p:cNvSpPr txBox="1"/>
          <p:nvPr/>
        </p:nvSpPr>
        <p:spPr>
          <a:xfrm>
            <a:off x="2217736" y="6172591"/>
            <a:ext cx="1042987" cy="369332"/>
          </a:xfrm>
          <a:prstGeom prst="rect">
            <a:avLst/>
          </a:prstGeom>
          <a:noFill/>
        </p:spPr>
        <p:txBody>
          <a:bodyPr wrap="square">
            <a:spAutoFit/>
          </a:bodyPr>
          <a:lstStyle/>
          <a:p>
            <a:pPr algn="ctr"/>
            <a:r>
              <a:rPr lang="en-GB" b="1" dirty="0">
                <a:ln/>
                <a:solidFill>
                  <a:schemeClr val="accent3"/>
                </a:solidFill>
              </a:rPr>
              <a:t>1</a:t>
            </a:r>
            <a:endParaRPr lang="en-IN" b="1" dirty="0">
              <a:ln/>
              <a:solidFill>
                <a:schemeClr val="accent3"/>
              </a:solidFill>
            </a:endParaRPr>
          </a:p>
        </p:txBody>
      </p:sp>
      <p:sp>
        <p:nvSpPr>
          <p:cNvPr id="10" name="TextBox 9">
            <a:extLst>
              <a:ext uri="{FF2B5EF4-FFF2-40B4-BE49-F238E27FC236}">
                <a16:creationId xmlns:a16="http://schemas.microsoft.com/office/drawing/2014/main" id="{4FE96482-84C9-2767-45A4-BEBE9764CBEA}"/>
              </a:ext>
            </a:extLst>
          </p:cNvPr>
          <p:cNvSpPr txBox="1"/>
          <p:nvPr/>
        </p:nvSpPr>
        <p:spPr>
          <a:xfrm>
            <a:off x="3441795" y="6172591"/>
            <a:ext cx="1042987" cy="369332"/>
          </a:xfrm>
          <a:prstGeom prst="rect">
            <a:avLst/>
          </a:prstGeom>
          <a:noFill/>
        </p:spPr>
        <p:txBody>
          <a:bodyPr wrap="square">
            <a:spAutoFit/>
          </a:bodyPr>
          <a:lstStyle/>
          <a:p>
            <a:pPr algn="ctr"/>
            <a:r>
              <a:rPr lang="en-GB" b="1" dirty="0">
                <a:ln/>
                <a:solidFill>
                  <a:schemeClr val="accent3"/>
                </a:solidFill>
              </a:rPr>
              <a:t>2</a:t>
            </a:r>
            <a:endParaRPr lang="en-IN" b="1" dirty="0">
              <a:ln/>
              <a:solidFill>
                <a:schemeClr val="accent3"/>
              </a:solidFill>
            </a:endParaRPr>
          </a:p>
        </p:txBody>
      </p:sp>
      <p:sp>
        <p:nvSpPr>
          <p:cNvPr id="11" name="TextBox 10">
            <a:extLst>
              <a:ext uri="{FF2B5EF4-FFF2-40B4-BE49-F238E27FC236}">
                <a16:creationId xmlns:a16="http://schemas.microsoft.com/office/drawing/2014/main" id="{8E5804B3-52C5-7E38-D0EA-DD9F6AA924C2}"/>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4</a:t>
            </a:r>
            <a:endParaRPr lang="en-IN" b="1" dirty="0">
              <a:ln/>
              <a:solidFill>
                <a:schemeClr val="accent3"/>
              </a:solidFill>
            </a:endParaRPr>
          </a:p>
        </p:txBody>
      </p:sp>
      <p:sp>
        <p:nvSpPr>
          <p:cNvPr id="12" name="TextBox 11">
            <a:extLst>
              <a:ext uri="{FF2B5EF4-FFF2-40B4-BE49-F238E27FC236}">
                <a16:creationId xmlns:a16="http://schemas.microsoft.com/office/drawing/2014/main" id="{14FD8340-8EDE-BCF9-1FE0-A1F636675E62}"/>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5</a:t>
            </a:r>
            <a:endParaRPr lang="en-IN" b="1" dirty="0">
              <a:ln/>
              <a:solidFill>
                <a:schemeClr val="accent3"/>
              </a:solidFill>
            </a:endParaRPr>
          </a:p>
        </p:txBody>
      </p:sp>
      <p:sp>
        <p:nvSpPr>
          <p:cNvPr id="13" name="TextBox 12">
            <a:extLst>
              <a:ext uri="{FF2B5EF4-FFF2-40B4-BE49-F238E27FC236}">
                <a16:creationId xmlns:a16="http://schemas.microsoft.com/office/drawing/2014/main" id="{209B7252-8D3A-77FA-7800-D4301AFAADAD}"/>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6</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C433EE8F-C012-1BB6-BE2D-1EA476B57663}"/>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DBAA447-1976-6DC2-FB93-833EEBEAE2C8}"/>
              </a:ext>
            </a:extLst>
          </p:cNvPr>
          <p:cNvPicPr>
            <a:picLocks noChangeAspect="1"/>
          </p:cNvPicPr>
          <p:nvPr/>
        </p:nvPicPr>
        <p:blipFill>
          <a:blip r:embed="rId2"/>
          <a:stretch>
            <a:fillRect/>
          </a:stretch>
        </p:blipFill>
        <p:spPr>
          <a:xfrm>
            <a:off x="1371351" y="443921"/>
            <a:ext cx="8730592" cy="5319950"/>
          </a:xfrm>
          <a:prstGeom prst="rect">
            <a:avLst/>
          </a:prstGeom>
        </p:spPr>
      </p:pic>
    </p:spTree>
    <p:extLst>
      <p:ext uri="{BB962C8B-B14F-4D97-AF65-F5344CB8AC3E}">
        <p14:creationId xmlns:p14="http://schemas.microsoft.com/office/powerpoint/2010/main" val="13332674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0852A4-1EB4-3753-B078-3C99D1DFF5E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DA95A64-073B-50EF-633E-1EC80EA20548}"/>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CE53B909-F011-4DF9-ED18-A702EBBADD3C}"/>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C0598F94-7F04-DC0E-4D51-11DBCA4201A7}"/>
              </a:ext>
            </a:extLst>
          </p:cNvPr>
          <p:cNvSpPr/>
          <p:nvPr/>
        </p:nvSpPr>
        <p:spPr>
          <a:xfrm>
            <a:off x="6995847" y="6138759"/>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4</a:t>
            </a:r>
            <a:endParaRPr lang="en-IN" sz="3600" b="1" dirty="0">
              <a:ln/>
              <a:solidFill>
                <a:schemeClr val="accent3"/>
              </a:solidFill>
            </a:endParaRPr>
          </a:p>
        </p:txBody>
      </p:sp>
      <p:sp>
        <p:nvSpPr>
          <p:cNvPr id="8" name="TextBox 7">
            <a:extLst>
              <a:ext uri="{FF2B5EF4-FFF2-40B4-BE49-F238E27FC236}">
                <a16:creationId xmlns:a16="http://schemas.microsoft.com/office/drawing/2014/main" id="{D4415DEB-0108-D054-F0B3-3061583D95C0}"/>
              </a:ext>
            </a:extLst>
          </p:cNvPr>
          <p:cNvSpPr txBox="1"/>
          <p:nvPr/>
        </p:nvSpPr>
        <p:spPr>
          <a:xfrm>
            <a:off x="993677" y="6183085"/>
            <a:ext cx="1042987" cy="369332"/>
          </a:xfrm>
          <a:prstGeom prst="rect">
            <a:avLst/>
          </a:prstGeom>
          <a:noFill/>
        </p:spPr>
        <p:txBody>
          <a:bodyPr wrap="square">
            <a:spAutoFit/>
          </a:bodyPr>
          <a:lstStyle/>
          <a:p>
            <a:pPr algn="ctr"/>
            <a:r>
              <a:rPr lang="en-GB" b="1" dirty="0">
                <a:ln/>
                <a:solidFill>
                  <a:schemeClr val="accent3"/>
                </a:solidFill>
              </a:rPr>
              <a:t>intro</a:t>
            </a:r>
            <a:endParaRPr lang="en-IN" b="1" dirty="0">
              <a:ln/>
              <a:solidFill>
                <a:schemeClr val="accent3"/>
              </a:solidFill>
            </a:endParaRPr>
          </a:p>
        </p:txBody>
      </p:sp>
      <p:sp>
        <p:nvSpPr>
          <p:cNvPr id="9" name="TextBox 8">
            <a:extLst>
              <a:ext uri="{FF2B5EF4-FFF2-40B4-BE49-F238E27FC236}">
                <a16:creationId xmlns:a16="http://schemas.microsoft.com/office/drawing/2014/main" id="{07FF3225-762D-342D-8AA4-884DC95E79EC}"/>
              </a:ext>
            </a:extLst>
          </p:cNvPr>
          <p:cNvSpPr txBox="1"/>
          <p:nvPr/>
        </p:nvSpPr>
        <p:spPr>
          <a:xfrm>
            <a:off x="2217736" y="6172591"/>
            <a:ext cx="1042987" cy="369332"/>
          </a:xfrm>
          <a:prstGeom prst="rect">
            <a:avLst/>
          </a:prstGeom>
          <a:noFill/>
        </p:spPr>
        <p:txBody>
          <a:bodyPr wrap="square">
            <a:spAutoFit/>
          </a:bodyPr>
          <a:lstStyle/>
          <a:p>
            <a:pPr algn="ctr"/>
            <a:r>
              <a:rPr lang="en-GB" b="1" dirty="0">
                <a:ln/>
                <a:solidFill>
                  <a:schemeClr val="accent3"/>
                </a:solidFill>
              </a:rPr>
              <a:t>1</a:t>
            </a:r>
            <a:endParaRPr lang="en-IN" b="1" dirty="0">
              <a:ln/>
              <a:solidFill>
                <a:schemeClr val="accent3"/>
              </a:solidFill>
            </a:endParaRPr>
          </a:p>
        </p:txBody>
      </p:sp>
      <p:sp>
        <p:nvSpPr>
          <p:cNvPr id="10" name="TextBox 9">
            <a:extLst>
              <a:ext uri="{FF2B5EF4-FFF2-40B4-BE49-F238E27FC236}">
                <a16:creationId xmlns:a16="http://schemas.microsoft.com/office/drawing/2014/main" id="{DF6B88CB-B46B-E9F0-C3C2-113C221A554F}"/>
              </a:ext>
            </a:extLst>
          </p:cNvPr>
          <p:cNvSpPr txBox="1"/>
          <p:nvPr/>
        </p:nvSpPr>
        <p:spPr>
          <a:xfrm>
            <a:off x="3441795" y="6172591"/>
            <a:ext cx="1042987" cy="369332"/>
          </a:xfrm>
          <a:prstGeom prst="rect">
            <a:avLst/>
          </a:prstGeom>
          <a:noFill/>
        </p:spPr>
        <p:txBody>
          <a:bodyPr wrap="square">
            <a:spAutoFit/>
          </a:bodyPr>
          <a:lstStyle/>
          <a:p>
            <a:pPr algn="ctr"/>
            <a:r>
              <a:rPr lang="en-GB" b="1" dirty="0">
                <a:ln/>
                <a:solidFill>
                  <a:schemeClr val="accent3"/>
                </a:solidFill>
              </a:rPr>
              <a:t>2</a:t>
            </a:r>
            <a:endParaRPr lang="en-IN" b="1" dirty="0">
              <a:ln/>
              <a:solidFill>
                <a:schemeClr val="accent3"/>
              </a:solidFill>
            </a:endParaRPr>
          </a:p>
        </p:txBody>
      </p:sp>
      <p:sp>
        <p:nvSpPr>
          <p:cNvPr id="11" name="TextBox 10">
            <a:extLst>
              <a:ext uri="{FF2B5EF4-FFF2-40B4-BE49-F238E27FC236}">
                <a16:creationId xmlns:a16="http://schemas.microsoft.com/office/drawing/2014/main" id="{8CBB57E1-BBC6-3DC8-6119-402A659407EA}"/>
              </a:ext>
            </a:extLst>
          </p:cNvPr>
          <p:cNvSpPr txBox="1"/>
          <p:nvPr/>
        </p:nvSpPr>
        <p:spPr>
          <a:xfrm>
            <a:off x="4895263" y="6183085"/>
            <a:ext cx="1042987" cy="369332"/>
          </a:xfrm>
          <a:prstGeom prst="rect">
            <a:avLst/>
          </a:prstGeom>
          <a:noFill/>
        </p:spPr>
        <p:txBody>
          <a:bodyPr wrap="square">
            <a:spAutoFit/>
          </a:bodyPr>
          <a:lstStyle/>
          <a:p>
            <a:pPr algn="ctr"/>
            <a:r>
              <a:rPr lang="en-GB" b="1" dirty="0">
                <a:ln/>
                <a:solidFill>
                  <a:schemeClr val="accent3"/>
                </a:solidFill>
              </a:rPr>
              <a:t>3</a:t>
            </a:r>
            <a:endParaRPr lang="en-IN" b="1" dirty="0">
              <a:ln/>
              <a:solidFill>
                <a:schemeClr val="accent3"/>
              </a:solidFill>
            </a:endParaRPr>
          </a:p>
        </p:txBody>
      </p:sp>
      <p:sp>
        <p:nvSpPr>
          <p:cNvPr id="12" name="TextBox 11">
            <a:extLst>
              <a:ext uri="{FF2B5EF4-FFF2-40B4-BE49-F238E27FC236}">
                <a16:creationId xmlns:a16="http://schemas.microsoft.com/office/drawing/2014/main" id="{0574E822-B3C2-2577-7594-E26BCE16D734}"/>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5</a:t>
            </a:r>
            <a:endParaRPr lang="en-IN" b="1" dirty="0">
              <a:ln/>
              <a:solidFill>
                <a:schemeClr val="accent3"/>
              </a:solidFill>
            </a:endParaRPr>
          </a:p>
        </p:txBody>
      </p:sp>
      <p:sp>
        <p:nvSpPr>
          <p:cNvPr id="13" name="TextBox 12">
            <a:extLst>
              <a:ext uri="{FF2B5EF4-FFF2-40B4-BE49-F238E27FC236}">
                <a16:creationId xmlns:a16="http://schemas.microsoft.com/office/drawing/2014/main" id="{C45F68CF-9926-43AB-E533-FB14E536C6F4}"/>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6</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4AB0B9A2-0492-3CE2-9319-A338EB545333}"/>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7B8D6465-711B-9F05-E952-BE10D2C4E28A}"/>
              </a:ext>
            </a:extLst>
          </p:cNvPr>
          <p:cNvPicPr>
            <a:picLocks noChangeAspect="1"/>
          </p:cNvPicPr>
          <p:nvPr/>
        </p:nvPicPr>
        <p:blipFill>
          <a:blip r:embed="rId2"/>
          <a:stretch>
            <a:fillRect/>
          </a:stretch>
        </p:blipFill>
        <p:spPr>
          <a:xfrm>
            <a:off x="856342" y="348343"/>
            <a:ext cx="9647579" cy="5447631"/>
          </a:xfrm>
          <a:prstGeom prst="rect">
            <a:avLst/>
          </a:prstGeom>
        </p:spPr>
      </p:pic>
    </p:spTree>
    <p:extLst>
      <p:ext uri="{BB962C8B-B14F-4D97-AF65-F5344CB8AC3E}">
        <p14:creationId xmlns:p14="http://schemas.microsoft.com/office/powerpoint/2010/main" val="29701888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695AB21-A542-A755-2C46-AF1DD99631E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4CD04E-011E-438F-F0D0-3396BF267833}"/>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9A970FD8-8065-2D15-C9F4-C6B566CE3E16}"/>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B1C5320D-CD3E-7C08-6D48-D76EBEDC8A4D}"/>
              </a:ext>
            </a:extLst>
          </p:cNvPr>
          <p:cNvSpPr/>
          <p:nvPr/>
        </p:nvSpPr>
        <p:spPr>
          <a:xfrm>
            <a:off x="8796849" y="6138759"/>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5</a:t>
            </a:r>
            <a:endParaRPr lang="en-IN" sz="3600" b="1" dirty="0">
              <a:ln/>
              <a:solidFill>
                <a:schemeClr val="accent3"/>
              </a:solidFill>
            </a:endParaRPr>
          </a:p>
        </p:txBody>
      </p:sp>
      <p:sp>
        <p:nvSpPr>
          <p:cNvPr id="8" name="TextBox 7">
            <a:extLst>
              <a:ext uri="{FF2B5EF4-FFF2-40B4-BE49-F238E27FC236}">
                <a16:creationId xmlns:a16="http://schemas.microsoft.com/office/drawing/2014/main" id="{D6615715-FE61-6E5A-91C9-128A6DBF026E}"/>
              </a:ext>
            </a:extLst>
          </p:cNvPr>
          <p:cNvSpPr txBox="1"/>
          <p:nvPr/>
        </p:nvSpPr>
        <p:spPr>
          <a:xfrm>
            <a:off x="993677" y="6183085"/>
            <a:ext cx="1042987" cy="369332"/>
          </a:xfrm>
          <a:prstGeom prst="rect">
            <a:avLst/>
          </a:prstGeom>
          <a:noFill/>
        </p:spPr>
        <p:txBody>
          <a:bodyPr wrap="square">
            <a:spAutoFit/>
          </a:bodyPr>
          <a:lstStyle/>
          <a:p>
            <a:pPr algn="ctr"/>
            <a:r>
              <a:rPr lang="en-GB" b="1" dirty="0">
                <a:ln/>
                <a:solidFill>
                  <a:schemeClr val="accent3"/>
                </a:solidFill>
              </a:rPr>
              <a:t>intro</a:t>
            </a:r>
            <a:endParaRPr lang="en-IN" b="1" dirty="0">
              <a:ln/>
              <a:solidFill>
                <a:schemeClr val="accent3"/>
              </a:solidFill>
            </a:endParaRPr>
          </a:p>
        </p:txBody>
      </p:sp>
      <p:sp>
        <p:nvSpPr>
          <p:cNvPr id="9" name="TextBox 8">
            <a:extLst>
              <a:ext uri="{FF2B5EF4-FFF2-40B4-BE49-F238E27FC236}">
                <a16:creationId xmlns:a16="http://schemas.microsoft.com/office/drawing/2014/main" id="{8DCB2D3F-1F77-18F6-4F9E-D2AA74106D01}"/>
              </a:ext>
            </a:extLst>
          </p:cNvPr>
          <p:cNvSpPr txBox="1"/>
          <p:nvPr/>
        </p:nvSpPr>
        <p:spPr>
          <a:xfrm>
            <a:off x="2217736" y="6172591"/>
            <a:ext cx="1042987" cy="369332"/>
          </a:xfrm>
          <a:prstGeom prst="rect">
            <a:avLst/>
          </a:prstGeom>
          <a:noFill/>
        </p:spPr>
        <p:txBody>
          <a:bodyPr wrap="square">
            <a:spAutoFit/>
          </a:bodyPr>
          <a:lstStyle/>
          <a:p>
            <a:pPr algn="ctr"/>
            <a:r>
              <a:rPr lang="en-GB" b="1" dirty="0">
                <a:ln/>
                <a:solidFill>
                  <a:schemeClr val="accent3"/>
                </a:solidFill>
              </a:rPr>
              <a:t>1</a:t>
            </a:r>
            <a:endParaRPr lang="en-IN" b="1" dirty="0">
              <a:ln/>
              <a:solidFill>
                <a:schemeClr val="accent3"/>
              </a:solidFill>
            </a:endParaRPr>
          </a:p>
        </p:txBody>
      </p:sp>
      <p:sp>
        <p:nvSpPr>
          <p:cNvPr id="10" name="TextBox 9">
            <a:extLst>
              <a:ext uri="{FF2B5EF4-FFF2-40B4-BE49-F238E27FC236}">
                <a16:creationId xmlns:a16="http://schemas.microsoft.com/office/drawing/2014/main" id="{683197E6-D179-3058-F654-3AB284FA89F6}"/>
              </a:ext>
            </a:extLst>
          </p:cNvPr>
          <p:cNvSpPr txBox="1"/>
          <p:nvPr/>
        </p:nvSpPr>
        <p:spPr>
          <a:xfrm>
            <a:off x="3441795" y="6172591"/>
            <a:ext cx="1042987" cy="369332"/>
          </a:xfrm>
          <a:prstGeom prst="rect">
            <a:avLst/>
          </a:prstGeom>
          <a:noFill/>
        </p:spPr>
        <p:txBody>
          <a:bodyPr wrap="square">
            <a:spAutoFit/>
          </a:bodyPr>
          <a:lstStyle/>
          <a:p>
            <a:pPr algn="ctr"/>
            <a:r>
              <a:rPr lang="en-GB" b="1" dirty="0">
                <a:ln/>
                <a:solidFill>
                  <a:schemeClr val="accent3"/>
                </a:solidFill>
              </a:rPr>
              <a:t>2</a:t>
            </a:r>
            <a:endParaRPr lang="en-IN" b="1" dirty="0">
              <a:ln/>
              <a:solidFill>
                <a:schemeClr val="accent3"/>
              </a:solidFill>
            </a:endParaRPr>
          </a:p>
        </p:txBody>
      </p:sp>
      <p:sp>
        <p:nvSpPr>
          <p:cNvPr id="11" name="TextBox 10">
            <a:extLst>
              <a:ext uri="{FF2B5EF4-FFF2-40B4-BE49-F238E27FC236}">
                <a16:creationId xmlns:a16="http://schemas.microsoft.com/office/drawing/2014/main" id="{082FE174-C531-3B67-37E0-021934C8E708}"/>
              </a:ext>
            </a:extLst>
          </p:cNvPr>
          <p:cNvSpPr txBox="1"/>
          <p:nvPr/>
        </p:nvSpPr>
        <p:spPr>
          <a:xfrm>
            <a:off x="4895263" y="6183085"/>
            <a:ext cx="1042987" cy="369332"/>
          </a:xfrm>
          <a:prstGeom prst="rect">
            <a:avLst/>
          </a:prstGeom>
          <a:noFill/>
        </p:spPr>
        <p:txBody>
          <a:bodyPr wrap="square">
            <a:spAutoFit/>
          </a:bodyPr>
          <a:lstStyle/>
          <a:p>
            <a:pPr algn="ctr"/>
            <a:r>
              <a:rPr lang="en-GB" b="1" dirty="0">
                <a:ln/>
                <a:solidFill>
                  <a:schemeClr val="accent3"/>
                </a:solidFill>
              </a:rPr>
              <a:t>3</a:t>
            </a:r>
            <a:endParaRPr lang="en-IN" b="1" dirty="0">
              <a:ln/>
              <a:solidFill>
                <a:schemeClr val="accent3"/>
              </a:solidFill>
            </a:endParaRPr>
          </a:p>
        </p:txBody>
      </p:sp>
      <p:sp>
        <p:nvSpPr>
          <p:cNvPr id="12" name="TextBox 11">
            <a:extLst>
              <a:ext uri="{FF2B5EF4-FFF2-40B4-BE49-F238E27FC236}">
                <a16:creationId xmlns:a16="http://schemas.microsoft.com/office/drawing/2014/main" id="{BEF49AE9-0ABA-AB4C-9CC6-0C42705365EE}"/>
              </a:ext>
            </a:extLst>
          </p:cNvPr>
          <p:cNvSpPr txBox="1"/>
          <p:nvPr/>
        </p:nvSpPr>
        <p:spPr>
          <a:xfrm>
            <a:off x="6491437" y="6194754"/>
            <a:ext cx="1042987" cy="369332"/>
          </a:xfrm>
          <a:prstGeom prst="rect">
            <a:avLst/>
          </a:prstGeom>
          <a:noFill/>
        </p:spPr>
        <p:txBody>
          <a:bodyPr wrap="square">
            <a:spAutoFit/>
          </a:bodyPr>
          <a:lstStyle/>
          <a:p>
            <a:pPr algn="ctr"/>
            <a:r>
              <a:rPr lang="en-GB" b="1" dirty="0">
                <a:ln/>
                <a:solidFill>
                  <a:schemeClr val="accent3"/>
                </a:solidFill>
              </a:rPr>
              <a:t>4</a:t>
            </a:r>
            <a:endParaRPr lang="en-IN" b="1" dirty="0">
              <a:ln/>
              <a:solidFill>
                <a:schemeClr val="accent3"/>
              </a:solidFill>
            </a:endParaRPr>
          </a:p>
        </p:txBody>
      </p:sp>
      <p:sp>
        <p:nvSpPr>
          <p:cNvPr id="13" name="TextBox 12">
            <a:extLst>
              <a:ext uri="{FF2B5EF4-FFF2-40B4-BE49-F238E27FC236}">
                <a16:creationId xmlns:a16="http://schemas.microsoft.com/office/drawing/2014/main" id="{19B4F47E-167D-4C78-588F-090FA7E66D4A}"/>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6</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3D587466-C62D-8EC4-214F-B9E036C6C0F9}"/>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7589585-4330-C263-76A2-4AE049796510}"/>
              </a:ext>
            </a:extLst>
          </p:cNvPr>
          <p:cNvPicPr>
            <a:picLocks noChangeAspect="1"/>
          </p:cNvPicPr>
          <p:nvPr/>
        </p:nvPicPr>
        <p:blipFill>
          <a:blip r:embed="rId2"/>
          <a:stretch>
            <a:fillRect/>
          </a:stretch>
        </p:blipFill>
        <p:spPr>
          <a:xfrm>
            <a:off x="1199713" y="338240"/>
            <a:ext cx="9381201" cy="5442867"/>
          </a:xfrm>
          <a:prstGeom prst="rect">
            <a:avLst/>
          </a:prstGeom>
        </p:spPr>
      </p:pic>
    </p:spTree>
    <p:extLst>
      <p:ext uri="{BB962C8B-B14F-4D97-AF65-F5344CB8AC3E}">
        <p14:creationId xmlns:p14="http://schemas.microsoft.com/office/powerpoint/2010/main" val="10265967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9FDE6E6-B526-C1BD-962D-851CD823421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9B6E75C-4A95-ADD8-53DE-61C18EF0F077}"/>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3BD94602-F668-115B-2E8A-71B3CC0F5FFA}"/>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E8417623-E9A9-40D5-5A7F-DC7A7269295A}"/>
              </a:ext>
            </a:extLst>
          </p:cNvPr>
          <p:cNvSpPr/>
          <p:nvPr/>
        </p:nvSpPr>
        <p:spPr>
          <a:xfrm>
            <a:off x="10503922" y="6150428"/>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6</a:t>
            </a:r>
            <a:endParaRPr lang="en-IN" sz="3600" b="1" dirty="0">
              <a:ln/>
              <a:solidFill>
                <a:schemeClr val="accent3"/>
              </a:solidFill>
            </a:endParaRPr>
          </a:p>
        </p:txBody>
      </p:sp>
      <p:sp>
        <p:nvSpPr>
          <p:cNvPr id="8" name="TextBox 7">
            <a:extLst>
              <a:ext uri="{FF2B5EF4-FFF2-40B4-BE49-F238E27FC236}">
                <a16:creationId xmlns:a16="http://schemas.microsoft.com/office/drawing/2014/main" id="{CEF7AB53-C083-2D5B-716C-D47764AF1F64}"/>
              </a:ext>
            </a:extLst>
          </p:cNvPr>
          <p:cNvSpPr txBox="1"/>
          <p:nvPr/>
        </p:nvSpPr>
        <p:spPr>
          <a:xfrm>
            <a:off x="993677" y="6183085"/>
            <a:ext cx="1042987" cy="369332"/>
          </a:xfrm>
          <a:prstGeom prst="rect">
            <a:avLst/>
          </a:prstGeom>
          <a:noFill/>
        </p:spPr>
        <p:txBody>
          <a:bodyPr wrap="square">
            <a:spAutoFit/>
          </a:bodyPr>
          <a:lstStyle/>
          <a:p>
            <a:pPr algn="ctr"/>
            <a:r>
              <a:rPr lang="en-GB" b="1" dirty="0">
                <a:ln/>
                <a:solidFill>
                  <a:schemeClr val="accent3"/>
                </a:solidFill>
              </a:rPr>
              <a:t>intro</a:t>
            </a:r>
            <a:endParaRPr lang="en-IN" b="1" dirty="0">
              <a:ln/>
              <a:solidFill>
                <a:schemeClr val="accent3"/>
              </a:solidFill>
            </a:endParaRPr>
          </a:p>
        </p:txBody>
      </p:sp>
      <p:sp>
        <p:nvSpPr>
          <p:cNvPr id="9" name="TextBox 8">
            <a:extLst>
              <a:ext uri="{FF2B5EF4-FFF2-40B4-BE49-F238E27FC236}">
                <a16:creationId xmlns:a16="http://schemas.microsoft.com/office/drawing/2014/main" id="{61C08E98-A734-17F4-9A72-6B00C173C80E}"/>
              </a:ext>
            </a:extLst>
          </p:cNvPr>
          <p:cNvSpPr txBox="1"/>
          <p:nvPr/>
        </p:nvSpPr>
        <p:spPr>
          <a:xfrm>
            <a:off x="2217736" y="6172591"/>
            <a:ext cx="1042987" cy="369332"/>
          </a:xfrm>
          <a:prstGeom prst="rect">
            <a:avLst/>
          </a:prstGeom>
          <a:noFill/>
        </p:spPr>
        <p:txBody>
          <a:bodyPr wrap="square">
            <a:spAutoFit/>
          </a:bodyPr>
          <a:lstStyle/>
          <a:p>
            <a:pPr algn="ctr"/>
            <a:r>
              <a:rPr lang="en-GB" b="1" dirty="0">
                <a:ln/>
                <a:solidFill>
                  <a:schemeClr val="accent3"/>
                </a:solidFill>
              </a:rPr>
              <a:t>1</a:t>
            </a:r>
            <a:endParaRPr lang="en-IN" b="1" dirty="0">
              <a:ln/>
              <a:solidFill>
                <a:schemeClr val="accent3"/>
              </a:solidFill>
            </a:endParaRPr>
          </a:p>
        </p:txBody>
      </p:sp>
      <p:sp>
        <p:nvSpPr>
          <p:cNvPr id="10" name="TextBox 9">
            <a:extLst>
              <a:ext uri="{FF2B5EF4-FFF2-40B4-BE49-F238E27FC236}">
                <a16:creationId xmlns:a16="http://schemas.microsoft.com/office/drawing/2014/main" id="{FCB2946F-CA2B-9754-E08F-DF0D32955279}"/>
              </a:ext>
            </a:extLst>
          </p:cNvPr>
          <p:cNvSpPr txBox="1"/>
          <p:nvPr/>
        </p:nvSpPr>
        <p:spPr>
          <a:xfrm>
            <a:off x="3441795" y="6172591"/>
            <a:ext cx="1042987" cy="369332"/>
          </a:xfrm>
          <a:prstGeom prst="rect">
            <a:avLst/>
          </a:prstGeom>
          <a:noFill/>
        </p:spPr>
        <p:txBody>
          <a:bodyPr wrap="square">
            <a:spAutoFit/>
          </a:bodyPr>
          <a:lstStyle/>
          <a:p>
            <a:pPr algn="ctr"/>
            <a:r>
              <a:rPr lang="en-GB" b="1" dirty="0">
                <a:ln/>
                <a:solidFill>
                  <a:schemeClr val="accent3"/>
                </a:solidFill>
              </a:rPr>
              <a:t>2</a:t>
            </a:r>
            <a:endParaRPr lang="en-IN" b="1" dirty="0">
              <a:ln/>
              <a:solidFill>
                <a:schemeClr val="accent3"/>
              </a:solidFill>
            </a:endParaRPr>
          </a:p>
        </p:txBody>
      </p:sp>
      <p:sp>
        <p:nvSpPr>
          <p:cNvPr id="11" name="TextBox 10">
            <a:extLst>
              <a:ext uri="{FF2B5EF4-FFF2-40B4-BE49-F238E27FC236}">
                <a16:creationId xmlns:a16="http://schemas.microsoft.com/office/drawing/2014/main" id="{0CA22EEA-4A77-070D-8AAD-6A6B84DCB7EA}"/>
              </a:ext>
            </a:extLst>
          </p:cNvPr>
          <p:cNvSpPr txBox="1"/>
          <p:nvPr/>
        </p:nvSpPr>
        <p:spPr>
          <a:xfrm>
            <a:off x="4895263" y="6183085"/>
            <a:ext cx="1042987" cy="369332"/>
          </a:xfrm>
          <a:prstGeom prst="rect">
            <a:avLst/>
          </a:prstGeom>
          <a:noFill/>
        </p:spPr>
        <p:txBody>
          <a:bodyPr wrap="square">
            <a:spAutoFit/>
          </a:bodyPr>
          <a:lstStyle/>
          <a:p>
            <a:pPr algn="ctr"/>
            <a:r>
              <a:rPr lang="en-GB" b="1" dirty="0">
                <a:ln/>
                <a:solidFill>
                  <a:schemeClr val="accent3"/>
                </a:solidFill>
              </a:rPr>
              <a:t>3</a:t>
            </a:r>
            <a:endParaRPr lang="en-IN" b="1" dirty="0">
              <a:ln/>
              <a:solidFill>
                <a:schemeClr val="accent3"/>
              </a:solidFill>
            </a:endParaRPr>
          </a:p>
        </p:txBody>
      </p:sp>
      <p:sp>
        <p:nvSpPr>
          <p:cNvPr id="12" name="TextBox 11">
            <a:extLst>
              <a:ext uri="{FF2B5EF4-FFF2-40B4-BE49-F238E27FC236}">
                <a16:creationId xmlns:a16="http://schemas.microsoft.com/office/drawing/2014/main" id="{0E1FE93A-15AD-94B1-8C0F-31B8778D734C}"/>
              </a:ext>
            </a:extLst>
          </p:cNvPr>
          <p:cNvSpPr txBox="1"/>
          <p:nvPr/>
        </p:nvSpPr>
        <p:spPr>
          <a:xfrm>
            <a:off x="6491437" y="6194754"/>
            <a:ext cx="1042987" cy="369332"/>
          </a:xfrm>
          <a:prstGeom prst="rect">
            <a:avLst/>
          </a:prstGeom>
          <a:noFill/>
        </p:spPr>
        <p:txBody>
          <a:bodyPr wrap="square">
            <a:spAutoFit/>
          </a:bodyPr>
          <a:lstStyle/>
          <a:p>
            <a:pPr algn="ctr"/>
            <a:r>
              <a:rPr lang="en-GB" b="1" dirty="0">
                <a:ln/>
                <a:solidFill>
                  <a:schemeClr val="accent3"/>
                </a:solidFill>
              </a:rPr>
              <a:t>4</a:t>
            </a:r>
            <a:endParaRPr lang="en-IN" b="1" dirty="0">
              <a:ln/>
              <a:solidFill>
                <a:schemeClr val="accent3"/>
              </a:solidFill>
            </a:endParaRPr>
          </a:p>
        </p:txBody>
      </p:sp>
      <p:sp>
        <p:nvSpPr>
          <p:cNvPr id="13" name="TextBox 12">
            <a:extLst>
              <a:ext uri="{FF2B5EF4-FFF2-40B4-BE49-F238E27FC236}">
                <a16:creationId xmlns:a16="http://schemas.microsoft.com/office/drawing/2014/main" id="{8442C7AB-73A1-96D9-2FC0-18A67A6ACCCA}"/>
              </a:ext>
            </a:extLst>
          </p:cNvPr>
          <p:cNvSpPr txBox="1"/>
          <p:nvPr/>
        </p:nvSpPr>
        <p:spPr>
          <a:xfrm>
            <a:off x="8275355" y="6194754"/>
            <a:ext cx="1042987" cy="369332"/>
          </a:xfrm>
          <a:prstGeom prst="rect">
            <a:avLst/>
          </a:prstGeom>
          <a:noFill/>
        </p:spPr>
        <p:txBody>
          <a:bodyPr wrap="square">
            <a:spAutoFit/>
          </a:bodyPr>
          <a:lstStyle/>
          <a:p>
            <a:pPr algn="ctr"/>
            <a:r>
              <a:rPr lang="en-GB" b="1" dirty="0">
                <a:ln/>
                <a:solidFill>
                  <a:schemeClr val="accent3"/>
                </a:solidFill>
              </a:rPr>
              <a:t>5</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2B527A30-BB5C-45F7-6499-E03B325B4DA4}"/>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AE855BD1-5E6B-4D22-5756-EA31C7F8AB3F}"/>
              </a:ext>
            </a:extLst>
          </p:cNvPr>
          <p:cNvPicPr>
            <a:picLocks noChangeAspect="1"/>
          </p:cNvPicPr>
          <p:nvPr/>
        </p:nvPicPr>
        <p:blipFill>
          <a:blip r:embed="rId2"/>
          <a:stretch>
            <a:fillRect/>
          </a:stretch>
        </p:blipFill>
        <p:spPr>
          <a:xfrm>
            <a:off x="810588" y="519038"/>
            <a:ext cx="9019211" cy="5367776"/>
          </a:xfrm>
          <a:prstGeom prst="rect">
            <a:avLst/>
          </a:prstGeom>
        </p:spPr>
      </p:pic>
    </p:spTree>
    <p:extLst>
      <p:ext uri="{BB962C8B-B14F-4D97-AF65-F5344CB8AC3E}">
        <p14:creationId xmlns:p14="http://schemas.microsoft.com/office/powerpoint/2010/main" val="21058763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BF8E5F-DEA6-DBF5-7361-78832D4CB70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54B4869-1464-0A97-A720-658650BD897F}"/>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7D6591C-943B-A365-2DFA-98DE64D64ECE}"/>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18098E78-44AE-2B8C-9D2D-BF07E673D2BE}"/>
              </a:ext>
            </a:extLst>
          </p:cNvPr>
          <p:cNvSpPr/>
          <p:nvPr/>
        </p:nvSpPr>
        <p:spPr>
          <a:xfrm>
            <a:off x="370114" y="6150428"/>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7</a:t>
            </a:r>
            <a:endParaRPr lang="en-IN" sz="3600" b="1" dirty="0">
              <a:ln/>
              <a:solidFill>
                <a:schemeClr val="accent3"/>
              </a:solidFill>
            </a:endParaRPr>
          </a:p>
        </p:txBody>
      </p:sp>
      <p:sp>
        <p:nvSpPr>
          <p:cNvPr id="8" name="TextBox 7">
            <a:extLst>
              <a:ext uri="{FF2B5EF4-FFF2-40B4-BE49-F238E27FC236}">
                <a16:creationId xmlns:a16="http://schemas.microsoft.com/office/drawing/2014/main" id="{248E13B0-3D66-113E-B83B-985788CC6557}"/>
              </a:ext>
            </a:extLst>
          </p:cNvPr>
          <p:cNvSpPr txBox="1"/>
          <p:nvPr/>
        </p:nvSpPr>
        <p:spPr>
          <a:xfrm>
            <a:off x="2044828" y="6150428"/>
            <a:ext cx="1042987" cy="369332"/>
          </a:xfrm>
          <a:prstGeom prst="rect">
            <a:avLst/>
          </a:prstGeom>
          <a:noFill/>
        </p:spPr>
        <p:txBody>
          <a:bodyPr wrap="square">
            <a:spAutoFit/>
          </a:bodyPr>
          <a:lstStyle/>
          <a:p>
            <a:pPr algn="ctr"/>
            <a:r>
              <a:rPr lang="en-GB" b="1" dirty="0">
                <a:ln/>
                <a:solidFill>
                  <a:schemeClr val="accent3"/>
                </a:solidFill>
              </a:rPr>
              <a:t>8</a:t>
            </a:r>
            <a:endParaRPr lang="en-IN" b="1" dirty="0">
              <a:ln/>
              <a:solidFill>
                <a:schemeClr val="accent3"/>
              </a:solidFill>
            </a:endParaRPr>
          </a:p>
        </p:txBody>
      </p:sp>
      <p:sp>
        <p:nvSpPr>
          <p:cNvPr id="9" name="TextBox 8">
            <a:extLst>
              <a:ext uri="{FF2B5EF4-FFF2-40B4-BE49-F238E27FC236}">
                <a16:creationId xmlns:a16="http://schemas.microsoft.com/office/drawing/2014/main" id="{BF2DE8E3-E223-858F-301F-55D419E71F66}"/>
              </a:ext>
            </a:extLst>
          </p:cNvPr>
          <p:cNvSpPr txBox="1"/>
          <p:nvPr/>
        </p:nvSpPr>
        <p:spPr>
          <a:xfrm>
            <a:off x="3624836" y="6172591"/>
            <a:ext cx="1042987" cy="369332"/>
          </a:xfrm>
          <a:prstGeom prst="rect">
            <a:avLst/>
          </a:prstGeom>
          <a:noFill/>
        </p:spPr>
        <p:txBody>
          <a:bodyPr wrap="square">
            <a:spAutoFit/>
          </a:bodyPr>
          <a:lstStyle/>
          <a:p>
            <a:pPr algn="ctr"/>
            <a:r>
              <a:rPr lang="en-GB" b="1" dirty="0">
                <a:ln/>
                <a:solidFill>
                  <a:schemeClr val="accent3"/>
                </a:solidFill>
              </a:rPr>
              <a:t>9</a:t>
            </a:r>
            <a:endParaRPr lang="en-IN" b="1" dirty="0">
              <a:ln/>
              <a:solidFill>
                <a:schemeClr val="accent3"/>
              </a:solidFill>
            </a:endParaRPr>
          </a:p>
        </p:txBody>
      </p:sp>
      <p:sp>
        <p:nvSpPr>
          <p:cNvPr id="10" name="TextBox 9">
            <a:extLst>
              <a:ext uri="{FF2B5EF4-FFF2-40B4-BE49-F238E27FC236}">
                <a16:creationId xmlns:a16="http://schemas.microsoft.com/office/drawing/2014/main" id="{E40FCC96-F1BD-5784-3A10-68161B2AAB4A}"/>
              </a:ext>
            </a:extLst>
          </p:cNvPr>
          <p:cNvSpPr txBox="1"/>
          <p:nvPr/>
        </p:nvSpPr>
        <p:spPr>
          <a:xfrm>
            <a:off x="5448405" y="6172591"/>
            <a:ext cx="1042987" cy="369332"/>
          </a:xfrm>
          <a:prstGeom prst="rect">
            <a:avLst/>
          </a:prstGeom>
          <a:noFill/>
        </p:spPr>
        <p:txBody>
          <a:bodyPr wrap="square">
            <a:spAutoFit/>
          </a:bodyPr>
          <a:lstStyle/>
          <a:p>
            <a:pPr algn="ctr"/>
            <a:r>
              <a:rPr lang="en-GB" b="1" dirty="0">
                <a:ln/>
                <a:solidFill>
                  <a:schemeClr val="accent3"/>
                </a:solidFill>
              </a:rPr>
              <a:t>10</a:t>
            </a:r>
            <a:endParaRPr lang="en-IN" b="1" dirty="0">
              <a:ln/>
              <a:solidFill>
                <a:schemeClr val="accent3"/>
              </a:solidFill>
            </a:endParaRPr>
          </a:p>
        </p:txBody>
      </p:sp>
      <p:sp>
        <p:nvSpPr>
          <p:cNvPr id="11" name="TextBox 10">
            <a:extLst>
              <a:ext uri="{FF2B5EF4-FFF2-40B4-BE49-F238E27FC236}">
                <a16:creationId xmlns:a16="http://schemas.microsoft.com/office/drawing/2014/main" id="{D6929128-0D4C-FB3E-8E2F-517E1498C539}"/>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11</a:t>
            </a:r>
            <a:endParaRPr lang="en-IN" b="1" dirty="0">
              <a:ln/>
              <a:solidFill>
                <a:schemeClr val="accent3"/>
              </a:solidFill>
            </a:endParaRPr>
          </a:p>
        </p:txBody>
      </p:sp>
      <p:sp>
        <p:nvSpPr>
          <p:cNvPr id="12" name="TextBox 11">
            <a:extLst>
              <a:ext uri="{FF2B5EF4-FFF2-40B4-BE49-F238E27FC236}">
                <a16:creationId xmlns:a16="http://schemas.microsoft.com/office/drawing/2014/main" id="{AE961F6E-9134-A21D-7077-BDEC2F33AF9C}"/>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12</a:t>
            </a:r>
            <a:endParaRPr lang="en-IN" b="1" dirty="0">
              <a:ln/>
              <a:solidFill>
                <a:schemeClr val="accent3"/>
              </a:solidFill>
            </a:endParaRPr>
          </a:p>
        </p:txBody>
      </p:sp>
      <p:sp>
        <p:nvSpPr>
          <p:cNvPr id="13" name="TextBox 12">
            <a:extLst>
              <a:ext uri="{FF2B5EF4-FFF2-40B4-BE49-F238E27FC236}">
                <a16:creationId xmlns:a16="http://schemas.microsoft.com/office/drawing/2014/main" id="{22459CD1-E556-4B0B-7247-E9A332CA279A}"/>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13</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0DEE1C73-5F6F-87DF-AEE7-F3B1E3F71E7B}"/>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B94C6567-A276-0928-8A75-9B58723DD082}"/>
              </a:ext>
            </a:extLst>
          </p:cNvPr>
          <p:cNvPicPr>
            <a:picLocks noChangeAspect="1"/>
          </p:cNvPicPr>
          <p:nvPr/>
        </p:nvPicPr>
        <p:blipFill>
          <a:blip r:embed="rId2"/>
          <a:stretch>
            <a:fillRect/>
          </a:stretch>
        </p:blipFill>
        <p:spPr>
          <a:xfrm>
            <a:off x="947057" y="443947"/>
            <a:ext cx="9930545" cy="5303709"/>
          </a:xfrm>
          <a:prstGeom prst="rect">
            <a:avLst/>
          </a:prstGeom>
        </p:spPr>
      </p:pic>
    </p:spTree>
    <p:extLst>
      <p:ext uri="{BB962C8B-B14F-4D97-AF65-F5344CB8AC3E}">
        <p14:creationId xmlns:p14="http://schemas.microsoft.com/office/powerpoint/2010/main" val="2762447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A543223-F027-A4DE-199A-BC624BBBA0A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310581B-9441-195F-86D5-075A33DE5DD6}"/>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CAEE96F-B1A5-DF0C-1BEC-CDC1FB0CC48A}"/>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7F1A8242-E3B4-877A-F0E2-827660EE8232}"/>
              </a:ext>
            </a:extLst>
          </p:cNvPr>
          <p:cNvSpPr/>
          <p:nvPr/>
        </p:nvSpPr>
        <p:spPr>
          <a:xfrm>
            <a:off x="1707423" y="6139542"/>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8</a:t>
            </a:r>
            <a:endParaRPr lang="en-IN" sz="3600" b="1" dirty="0">
              <a:ln/>
              <a:solidFill>
                <a:schemeClr val="accent3"/>
              </a:solidFill>
            </a:endParaRPr>
          </a:p>
        </p:txBody>
      </p:sp>
      <p:sp>
        <p:nvSpPr>
          <p:cNvPr id="8" name="TextBox 7">
            <a:extLst>
              <a:ext uri="{FF2B5EF4-FFF2-40B4-BE49-F238E27FC236}">
                <a16:creationId xmlns:a16="http://schemas.microsoft.com/office/drawing/2014/main" id="{B7AE3E9C-D07F-ADA0-2D1D-290765AAD153}"/>
              </a:ext>
            </a:extLst>
          </p:cNvPr>
          <p:cNvSpPr txBox="1"/>
          <p:nvPr/>
        </p:nvSpPr>
        <p:spPr>
          <a:xfrm>
            <a:off x="559783" y="6161705"/>
            <a:ext cx="1042987" cy="369332"/>
          </a:xfrm>
          <a:prstGeom prst="rect">
            <a:avLst/>
          </a:prstGeom>
          <a:noFill/>
        </p:spPr>
        <p:txBody>
          <a:bodyPr wrap="square">
            <a:spAutoFit/>
          </a:bodyPr>
          <a:lstStyle/>
          <a:p>
            <a:pPr algn="ctr"/>
            <a:r>
              <a:rPr lang="en-GB" b="1" dirty="0">
                <a:ln/>
                <a:solidFill>
                  <a:schemeClr val="accent3"/>
                </a:solidFill>
              </a:rPr>
              <a:t>7</a:t>
            </a:r>
            <a:endParaRPr lang="en-IN" b="1" dirty="0">
              <a:ln/>
              <a:solidFill>
                <a:schemeClr val="accent3"/>
              </a:solidFill>
            </a:endParaRPr>
          </a:p>
        </p:txBody>
      </p:sp>
      <p:sp>
        <p:nvSpPr>
          <p:cNvPr id="9" name="TextBox 8">
            <a:extLst>
              <a:ext uri="{FF2B5EF4-FFF2-40B4-BE49-F238E27FC236}">
                <a16:creationId xmlns:a16="http://schemas.microsoft.com/office/drawing/2014/main" id="{52340167-8179-233A-1235-AFB7140045C0}"/>
              </a:ext>
            </a:extLst>
          </p:cNvPr>
          <p:cNvSpPr txBox="1"/>
          <p:nvPr/>
        </p:nvSpPr>
        <p:spPr>
          <a:xfrm>
            <a:off x="3521162" y="6150428"/>
            <a:ext cx="1042987" cy="369332"/>
          </a:xfrm>
          <a:prstGeom prst="rect">
            <a:avLst/>
          </a:prstGeom>
          <a:noFill/>
        </p:spPr>
        <p:txBody>
          <a:bodyPr wrap="square">
            <a:spAutoFit/>
          </a:bodyPr>
          <a:lstStyle/>
          <a:p>
            <a:pPr algn="ctr"/>
            <a:r>
              <a:rPr lang="en-GB" b="1" dirty="0">
                <a:ln/>
                <a:solidFill>
                  <a:schemeClr val="accent3"/>
                </a:solidFill>
              </a:rPr>
              <a:t>9</a:t>
            </a:r>
            <a:endParaRPr lang="en-IN" b="1" dirty="0">
              <a:ln/>
              <a:solidFill>
                <a:schemeClr val="accent3"/>
              </a:solidFill>
            </a:endParaRPr>
          </a:p>
        </p:txBody>
      </p:sp>
      <p:sp>
        <p:nvSpPr>
          <p:cNvPr id="10" name="TextBox 9">
            <a:extLst>
              <a:ext uri="{FF2B5EF4-FFF2-40B4-BE49-F238E27FC236}">
                <a16:creationId xmlns:a16="http://schemas.microsoft.com/office/drawing/2014/main" id="{DEF4C8EB-FEF7-79E1-7CB6-96F8B8AA3749}"/>
              </a:ext>
            </a:extLst>
          </p:cNvPr>
          <p:cNvSpPr txBox="1"/>
          <p:nvPr/>
        </p:nvSpPr>
        <p:spPr>
          <a:xfrm>
            <a:off x="5448405" y="6172591"/>
            <a:ext cx="1042987" cy="369332"/>
          </a:xfrm>
          <a:prstGeom prst="rect">
            <a:avLst/>
          </a:prstGeom>
          <a:noFill/>
        </p:spPr>
        <p:txBody>
          <a:bodyPr wrap="square">
            <a:spAutoFit/>
          </a:bodyPr>
          <a:lstStyle/>
          <a:p>
            <a:pPr algn="ctr"/>
            <a:r>
              <a:rPr lang="en-GB" b="1" dirty="0">
                <a:ln/>
                <a:solidFill>
                  <a:schemeClr val="accent3"/>
                </a:solidFill>
              </a:rPr>
              <a:t>10</a:t>
            </a:r>
            <a:endParaRPr lang="en-IN" b="1" dirty="0">
              <a:ln/>
              <a:solidFill>
                <a:schemeClr val="accent3"/>
              </a:solidFill>
            </a:endParaRPr>
          </a:p>
        </p:txBody>
      </p:sp>
      <p:sp>
        <p:nvSpPr>
          <p:cNvPr id="11" name="TextBox 10">
            <a:extLst>
              <a:ext uri="{FF2B5EF4-FFF2-40B4-BE49-F238E27FC236}">
                <a16:creationId xmlns:a16="http://schemas.microsoft.com/office/drawing/2014/main" id="{A5717562-76DD-9FF9-990A-B5F8E76B555E}"/>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11</a:t>
            </a:r>
            <a:endParaRPr lang="en-IN" b="1" dirty="0">
              <a:ln/>
              <a:solidFill>
                <a:schemeClr val="accent3"/>
              </a:solidFill>
            </a:endParaRPr>
          </a:p>
        </p:txBody>
      </p:sp>
      <p:sp>
        <p:nvSpPr>
          <p:cNvPr id="12" name="TextBox 11">
            <a:extLst>
              <a:ext uri="{FF2B5EF4-FFF2-40B4-BE49-F238E27FC236}">
                <a16:creationId xmlns:a16="http://schemas.microsoft.com/office/drawing/2014/main" id="{B90196FD-C4C1-362C-4810-F4E011BD0FE7}"/>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12</a:t>
            </a:r>
            <a:endParaRPr lang="en-IN" b="1" dirty="0">
              <a:ln/>
              <a:solidFill>
                <a:schemeClr val="accent3"/>
              </a:solidFill>
            </a:endParaRPr>
          </a:p>
        </p:txBody>
      </p:sp>
      <p:sp>
        <p:nvSpPr>
          <p:cNvPr id="13" name="TextBox 12">
            <a:extLst>
              <a:ext uri="{FF2B5EF4-FFF2-40B4-BE49-F238E27FC236}">
                <a16:creationId xmlns:a16="http://schemas.microsoft.com/office/drawing/2014/main" id="{9A5BE93A-8EB6-533F-C3BB-93C811A094BE}"/>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13</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C9285E82-0D6A-726E-BF2C-0FB422F61F18}"/>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F5D64A82-0A6C-BCBD-5DA2-855B54E75B79}"/>
              </a:ext>
            </a:extLst>
          </p:cNvPr>
          <p:cNvPicPr>
            <a:picLocks noChangeAspect="1"/>
          </p:cNvPicPr>
          <p:nvPr/>
        </p:nvPicPr>
        <p:blipFill>
          <a:blip r:embed="rId2"/>
          <a:stretch>
            <a:fillRect/>
          </a:stretch>
        </p:blipFill>
        <p:spPr>
          <a:xfrm>
            <a:off x="2455185" y="542124"/>
            <a:ext cx="6271682" cy="5239509"/>
          </a:xfrm>
          <a:prstGeom prst="rect">
            <a:avLst/>
          </a:prstGeom>
        </p:spPr>
      </p:pic>
    </p:spTree>
    <p:extLst>
      <p:ext uri="{BB962C8B-B14F-4D97-AF65-F5344CB8AC3E}">
        <p14:creationId xmlns:p14="http://schemas.microsoft.com/office/powerpoint/2010/main" val="3908651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8EC6463-52C6-63A0-22B7-0B1C41F505A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A33D163-5150-132E-EB0B-C8E76D7F9F4E}"/>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E087BC49-9336-6958-95DA-752CAA84D45E}"/>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9039B33B-1740-AD0C-2153-EEE13A7EC79B}"/>
              </a:ext>
            </a:extLst>
          </p:cNvPr>
          <p:cNvSpPr/>
          <p:nvPr/>
        </p:nvSpPr>
        <p:spPr>
          <a:xfrm>
            <a:off x="3521162" y="6128265"/>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9</a:t>
            </a:r>
            <a:endParaRPr lang="en-IN" sz="3600" b="1" dirty="0">
              <a:ln/>
              <a:solidFill>
                <a:schemeClr val="accent3"/>
              </a:solidFill>
            </a:endParaRPr>
          </a:p>
        </p:txBody>
      </p:sp>
      <p:sp>
        <p:nvSpPr>
          <p:cNvPr id="8" name="TextBox 7">
            <a:extLst>
              <a:ext uri="{FF2B5EF4-FFF2-40B4-BE49-F238E27FC236}">
                <a16:creationId xmlns:a16="http://schemas.microsoft.com/office/drawing/2014/main" id="{0D10951A-2DFA-DB4F-8329-39CEFE5AAE01}"/>
              </a:ext>
            </a:extLst>
          </p:cNvPr>
          <p:cNvSpPr txBox="1"/>
          <p:nvPr/>
        </p:nvSpPr>
        <p:spPr>
          <a:xfrm>
            <a:off x="559783" y="6161705"/>
            <a:ext cx="1042987" cy="369332"/>
          </a:xfrm>
          <a:prstGeom prst="rect">
            <a:avLst/>
          </a:prstGeom>
          <a:noFill/>
        </p:spPr>
        <p:txBody>
          <a:bodyPr wrap="square">
            <a:spAutoFit/>
          </a:bodyPr>
          <a:lstStyle/>
          <a:p>
            <a:pPr algn="ctr"/>
            <a:r>
              <a:rPr lang="en-GB" b="1" dirty="0">
                <a:ln/>
                <a:solidFill>
                  <a:schemeClr val="accent3"/>
                </a:solidFill>
              </a:rPr>
              <a:t>7</a:t>
            </a:r>
            <a:endParaRPr lang="en-IN" b="1" dirty="0">
              <a:ln/>
              <a:solidFill>
                <a:schemeClr val="accent3"/>
              </a:solidFill>
            </a:endParaRPr>
          </a:p>
        </p:txBody>
      </p:sp>
      <p:sp>
        <p:nvSpPr>
          <p:cNvPr id="9" name="TextBox 8">
            <a:extLst>
              <a:ext uri="{FF2B5EF4-FFF2-40B4-BE49-F238E27FC236}">
                <a16:creationId xmlns:a16="http://schemas.microsoft.com/office/drawing/2014/main" id="{647B153B-2DA9-4162-7EF0-A2615005FCB8}"/>
              </a:ext>
            </a:extLst>
          </p:cNvPr>
          <p:cNvSpPr txBox="1"/>
          <p:nvPr/>
        </p:nvSpPr>
        <p:spPr>
          <a:xfrm>
            <a:off x="1779725" y="6193971"/>
            <a:ext cx="1042987" cy="369332"/>
          </a:xfrm>
          <a:prstGeom prst="rect">
            <a:avLst/>
          </a:prstGeom>
          <a:noFill/>
        </p:spPr>
        <p:txBody>
          <a:bodyPr wrap="square">
            <a:spAutoFit/>
          </a:bodyPr>
          <a:lstStyle/>
          <a:p>
            <a:pPr algn="ctr"/>
            <a:r>
              <a:rPr lang="en-GB" b="1" dirty="0">
                <a:ln/>
                <a:solidFill>
                  <a:schemeClr val="accent3"/>
                </a:solidFill>
              </a:rPr>
              <a:t>8</a:t>
            </a:r>
            <a:endParaRPr lang="en-IN" b="1" dirty="0">
              <a:ln/>
              <a:solidFill>
                <a:schemeClr val="accent3"/>
              </a:solidFill>
            </a:endParaRPr>
          </a:p>
        </p:txBody>
      </p:sp>
      <p:sp>
        <p:nvSpPr>
          <p:cNvPr id="10" name="TextBox 9">
            <a:extLst>
              <a:ext uri="{FF2B5EF4-FFF2-40B4-BE49-F238E27FC236}">
                <a16:creationId xmlns:a16="http://schemas.microsoft.com/office/drawing/2014/main" id="{538311B0-8918-C7DF-578E-DB1B175CB22B}"/>
              </a:ext>
            </a:extLst>
          </p:cNvPr>
          <p:cNvSpPr txBox="1"/>
          <p:nvPr/>
        </p:nvSpPr>
        <p:spPr>
          <a:xfrm>
            <a:off x="5448405" y="6172591"/>
            <a:ext cx="1042987" cy="369332"/>
          </a:xfrm>
          <a:prstGeom prst="rect">
            <a:avLst/>
          </a:prstGeom>
          <a:noFill/>
        </p:spPr>
        <p:txBody>
          <a:bodyPr wrap="square">
            <a:spAutoFit/>
          </a:bodyPr>
          <a:lstStyle/>
          <a:p>
            <a:pPr algn="ctr"/>
            <a:r>
              <a:rPr lang="en-GB" b="1" dirty="0">
                <a:ln/>
                <a:solidFill>
                  <a:schemeClr val="accent3"/>
                </a:solidFill>
              </a:rPr>
              <a:t>10</a:t>
            </a:r>
            <a:endParaRPr lang="en-IN" b="1" dirty="0">
              <a:ln/>
              <a:solidFill>
                <a:schemeClr val="accent3"/>
              </a:solidFill>
            </a:endParaRPr>
          </a:p>
        </p:txBody>
      </p:sp>
      <p:sp>
        <p:nvSpPr>
          <p:cNvPr id="11" name="TextBox 10">
            <a:extLst>
              <a:ext uri="{FF2B5EF4-FFF2-40B4-BE49-F238E27FC236}">
                <a16:creationId xmlns:a16="http://schemas.microsoft.com/office/drawing/2014/main" id="{E96A062B-98A1-EFFE-E60E-EF20BFF11CF1}"/>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11</a:t>
            </a:r>
            <a:endParaRPr lang="en-IN" b="1" dirty="0">
              <a:ln/>
              <a:solidFill>
                <a:schemeClr val="accent3"/>
              </a:solidFill>
            </a:endParaRPr>
          </a:p>
        </p:txBody>
      </p:sp>
      <p:sp>
        <p:nvSpPr>
          <p:cNvPr id="12" name="TextBox 11">
            <a:extLst>
              <a:ext uri="{FF2B5EF4-FFF2-40B4-BE49-F238E27FC236}">
                <a16:creationId xmlns:a16="http://schemas.microsoft.com/office/drawing/2014/main" id="{F92612CD-FF74-E4D2-2ED2-AA28256559C3}"/>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12</a:t>
            </a:r>
            <a:endParaRPr lang="en-IN" b="1" dirty="0">
              <a:ln/>
              <a:solidFill>
                <a:schemeClr val="accent3"/>
              </a:solidFill>
            </a:endParaRPr>
          </a:p>
        </p:txBody>
      </p:sp>
      <p:sp>
        <p:nvSpPr>
          <p:cNvPr id="13" name="TextBox 12">
            <a:extLst>
              <a:ext uri="{FF2B5EF4-FFF2-40B4-BE49-F238E27FC236}">
                <a16:creationId xmlns:a16="http://schemas.microsoft.com/office/drawing/2014/main" id="{A3B184C5-9695-4597-5EFB-981068173BA2}"/>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13</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FFD8F41E-AE3D-C40A-691E-8B3B225D7F26}"/>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64008B0D-98D0-5E63-0ACC-6A1099DD6940}"/>
              </a:ext>
            </a:extLst>
          </p:cNvPr>
          <p:cNvPicPr>
            <a:picLocks noChangeAspect="1"/>
          </p:cNvPicPr>
          <p:nvPr/>
        </p:nvPicPr>
        <p:blipFill>
          <a:blip r:embed="rId2"/>
          <a:stretch>
            <a:fillRect/>
          </a:stretch>
        </p:blipFill>
        <p:spPr>
          <a:xfrm>
            <a:off x="992760" y="227817"/>
            <a:ext cx="9119365" cy="1426726"/>
          </a:xfrm>
          <a:prstGeom prst="rect">
            <a:avLst/>
          </a:prstGeom>
        </p:spPr>
      </p:pic>
      <p:pic>
        <p:nvPicPr>
          <p:cNvPr id="17" name="Picture 16">
            <a:extLst>
              <a:ext uri="{FF2B5EF4-FFF2-40B4-BE49-F238E27FC236}">
                <a16:creationId xmlns:a16="http://schemas.microsoft.com/office/drawing/2014/main" id="{B831867A-EF7E-BBD7-C130-A9A764803572}"/>
              </a:ext>
            </a:extLst>
          </p:cNvPr>
          <p:cNvPicPr>
            <a:picLocks noChangeAspect="1"/>
          </p:cNvPicPr>
          <p:nvPr/>
        </p:nvPicPr>
        <p:blipFill>
          <a:blip r:embed="rId3"/>
          <a:stretch>
            <a:fillRect/>
          </a:stretch>
        </p:blipFill>
        <p:spPr>
          <a:xfrm>
            <a:off x="1994283" y="1698085"/>
            <a:ext cx="4678660" cy="4144759"/>
          </a:xfrm>
          <a:prstGeom prst="rect">
            <a:avLst/>
          </a:prstGeom>
        </p:spPr>
      </p:pic>
    </p:spTree>
    <p:extLst>
      <p:ext uri="{BB962C8B-B14F-4D97-AF65-F5344CB8AC3E}">
        <p14:creationId xmlns:p14="http://schemas.microsoft.com/office/powerpoint/2010/main" val="7430770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45B6E3-A961-7968-9EE2-96F72E8EEA5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E193552-408D-73FC-7156-82B9A293C46E}"/>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674AEFD3-2A7E-88A4-CEF4-739349976034}"/>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33053A12-97ED-F4B4-CCF8-4EE21F321F48}"/>
              </a:ext>
            </a:extLst>
          </p:cNvPr>
          <p:cNvSpPr/>
          <p:nvPr/>
        </p:nvSpPr>
        <p:spPr>
          <a:xfrm>
            <a:off x="5448405" y="6139542"/>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10</a:t>
            </a:r>
            <a:endParaRPr lang="en-IN" sz="3600" b="1" dirty="0">
              <a:ln/>
              <a:solidFill>
                <a:schemeClr val="accent3"/>
              </a:solidFill>
            </a:endParaRPr>
          </a:p>
        </p:txBody>
      </p:sp>
      <p:sp>
        <p:nvSpPr>
          <p:cNvPr id="8" name="TextBox 7">
            <a:extLst>
              <a:ext uri="{FF2B5EF4-FFF2-40B4-BE49-F238E27FC236}">
                <a16:creationId xmlns:a16="http://schemas.microsoft.com/office/drawing/2014/main" id="{05EC0182-1BDD-99EA-839D-EF134AF66D0F}"/>
              </a:ext>
            </a:extLst>
          </p:cNvPr>
          <p:cNvSpPr txBox="1"/>
          <p:nvPr/>
        </p:nvSpPr>
        <p:spPr>
          <a:xfrm>
            <a:off x="559783" y="6161705"/>
            <a:ext cx="1042987" cy="369332"/>
          </a:xfrm>
          <a:prstGeom prst="rect">
            <a:avLst/>
          </a:prstGeom>
          <a:noFill/>
        </p:spPr>
        <p:txBody>
          <a:bodyPr wrap="square">
            <a:spAutoFit/>
          </a:bodyPr>
          <a:lstStyle/>
          <a:p>
            <a:pPr algn="ctr"/>
            <a:r>
              <a:rPr lang="en-GB" b="1" dirty="0">
                <a:ln/>
                <a:solidFill>
                  <a:schemeClr val="accent3"/>
                </a:solidFill>
              </a:rPr>
              <a:t>7</a:t>
            </a:r>
            <a:endParaRPr lang="en-IN" b="1" dirty="0">
              <a:ln/>
              <a:solidFill>
                <a:schemeClr val="accent3"/>
              </a:solidFill>
            </a:endParaRPr>
          </a:p>
        </p:txBody>
      </p:sp>
      <p:sp>
        <p:nvSpPr>
          <p:cNvPr id="9" name="TextBox 8">
            <a:extLst>
              <a:ext uri="{FF2B5EF4-FFF2-40B4-BE49-F238E27FC236}">
                <a16:creationId xmlns:a16="http://schemas.microsoft.com/office/drawing/2014/main" id="{134D3DB9-792C-546B-74CD-43715AE3D65F}"/>
              </a:ext>
            </a:extLst>
          </p:cNvPr>
          <p:cNvSpPr txBox="1"/>
          <p:nvPr/>
        </p:nvSpPr>
        <p:spPr>
          <a:xfrm>
            <a:off x="1779725" y="6193971"/>
            <a:ext cx="1042987" cy="369332"/>
          </a:xfrm>
          <a:prstGeom prst="rect">
            <a:avLst/>
          </a:prstGeom>
          <a:noFill/>
        </p:spPr>
        <p:txBody>
          <a:bodyPr wrap="square">
            <a:spAutoFit/>
          </a:bodyPr>
          <a:lstStyle/>
          <a:p>
            <a:pPr algn="ctr"/>
            <a:r>
              <a:rPr lang="en-GB" b="1" dirty="0">
                <a:ln/>
                <a:solidFill>
                  <a:schemeClr val="accent3"/>
                </a:solidFill>
              </a:rPr>
              <a:t>8</a:t>
            </a:r>
            <a:endParaRPr lang="en-IN" b="1" dirty="0">
              <a:ln/>
              <a:solidFill>
                <a:schemeClr val="accent3"/>
              </a:solidFill>
            </a:endParaRPr>
          </a:p>
        </p:txBody>
      </p:sp>
      <p:sp>
        <p:nvSpPr>
          <p:cNvPr id="10" name="TextBox 9">
            <a:extLst>
              <a:ext uri="{FF2B5EF4-FFF2-40B4-BE49-F238E27FC236}">
                <a16:creationId xmlns:a16="http://schemas.microsoft.com/office/drawing/2014/main" id="{CE513FEB-494B-44A8-79F7-8ED7355E0F10}"/>
              </a:ext>
            </a:extLst>
          </p:cNvPr>
          <p:cNvSpPr txBox="1"/>
          <p:nvPr/>
        </p:nvSpPr>
        <p:spPr>
          <a:xfrm>
            <a:off x="3410263" y="6193971"/>
            <a:ext cx="1042987" cy="369332"/>
          </a:xfrm>
          <a:prstGeom prst="rect">
            <a:avLst/>
          </a:prstGeom>
          <a:noFill/>
        </p:spPr>
        <p:txBody>
          <a:bodyPr wrap="square">
            <a:spAutoFit/>
          </a:bodyPr>
          <a:lstStyle/>
          <a:p>
            <a:pPr algn="ctr"/>
            <a:r>
              <a:rPr lang="en-GB" b="1" dirty="0">
                <a:ln/>
                <a:solidFill>
                  <a:schemeClr val="accent3"/>
                </a:solidFill>
              </a:rPr>
              <a:t>9</a:t>
            </a:r>
            <a:endParaRPr lang="en-IN" b="1" dirty="0">
              <a:ln/>
              <a:solidFill>
                <a:schemeClr val="accent3"/>
              </a:solidFill>
            </a:endParaRPr>
          </a:p>
        </p:txBody>
      </p:sp>
      <p:sp>
        <p:nvSpPr>
          <p:cNvPr id="11" name="TextBox 10">
            <a:extLst>
              <a:ext uri="{FF2B5EF4-FFF2-40B4-BE49-F238E27FC236}">
                <a16:creationId xmlns:a16="http://schemas.microsoft.com/office/drawing/2014/main" id="{E307BB8F-A675-00E7-3398-4FF52209E8EF}"/>
              </a:ext>
            </a:extLst>
          </p:cNvPr>
          <p:cNvSpPr txBox="1"/>
          <p:nvPr/>
        </p:nvSpPr>
        <p:spPr>
          <a:xfrm>
            <a:off x="7351270" y="6151908"/>
            <a:ext cx="1042987" cy="369332"/>
          </a:xfrm>
          <a:prstGeom prst="rect">
            <a:avLst/>
          </a:prstGeom>
          <a:noFill/>
        </p:spPr>
        <p:txBody>
          <a:bodyPr wrap="square">
            <a:spAutoFit/>
          </a:bodyPr>
          <a:lstStyle/>
          <a:p>
            <a:pPr algn="ctr"/>
            <a:r>
              <a:rPr lang="en-GB" b="1" dirty="0">
                <a:ln/>
                <a:solidFill>
                  <a:schemeClr val="accent3"/>
                </a:solidFill>
              </a:rPr>
              <a:t>11</a:t>
            </a:r>
            <a:endParaRPr lang="en-IN" b="1" dirty="0">
              <a:ln/>
              <a:solidFill>
                <a:schemeClr val="accent3"/>
              </a:solidFill>
            </a:endParaRPr>
          </a:p>
        </p:txBody>
      </p:sp>
      <p:sp>
        <p:nvSpPr>
          <p:cNvPr id="12" name="TextBox 11">
            <a:extLst>
              <a:ext uri="{FF2B5EF4-FFF2-40B4-BE49-F238E27FC236}">
                <a16:creationId xmlns:a16="http://schemas.microsoft.com/office/drawing/2014/main" id="{EB1704AA-3920-2739-5DD1-3855D50A0108}"/>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12</a:t>
            </a:r>
            <a:endParaRPr lang="en-IN" b="1" dirty="0">
              <a:ln/>
              <a:solidFill>
                <a:schemeClr val="accent3"/>
              </a:solidFill>
            </a:endParaRPr>
          </a:p>
        </p:txBody>
      </p:sp>
      <p:sp>
        <p:nvSpPr>
          <p:cNvPr id="13" name="TextBox 12">
            <a:extLst>
              <a:ext uri="{FF2B5EF4-FFF2-40B4-BE49-F238E27FC236}">
                <a16:creationId xmlns:a16="http://schemas.microsoft.com/office/drawing/2014/main" id="{043D2983-61C9-AFCC-CB3E-4BD16B8E7497}"/>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13</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5BAEE7B5-9357-85FB-E785-BA42C3D57DC6}"/>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81AD96AA-680E-0A30-DE8E-ED8A3DBBE125}"/>
              </a:ext>
            </a:extLst>
          </p:cNvPr>
          <p:cNvPicPr>
            <a:picLocks noChangeAspect="1"/>
          </p:cNvPicPr>
          <p:nvPr/>
        </p:nvPicPr>
        <p:blipFill>
          <a:blip r:embed="rId2"/>
          <a:stretch>
            <a:fillRect/>
          </a:stretch>
        </p:blipFill>
        <p:spPr>
          <a:xfrm>
            <a:off x="559783" y="786031"/>
            <a:ext cx="10911402" cy="4667711"/>
          </a:xfrm>
          <a:prstGeom prst="rect">
            <a:avLst/>
          </a:prstGeom>
        </p:spPr>
      </p:pic>
    </p:spTree>
    <p:extLst>
      <p:ext uri="{BB962C8B-B14F-4D97-AF65-F5344CB8AC3E}">
        <p14:creationId xmlns:p14="http://schemas.microsoft.com/office/powerpoint/2010/main" val="25517488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4529170-CA02-B445-16A3-04B5F98A529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6ACB77A-AE6B-8057-6826-85DA3F618E3E}"/>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092432E-0F3D-9598-2D76-316B8E6EFCC2}"/>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A596FC9B-D545-1824-C492-19D0B2C09527}"/>
              </a:ext>
            </a:extLst>
          </p:cNvPr>
          <p:cNvSpPr/>
          <p:nvPr/>
        </p:nvSpPr>
        <p:spPr>
          <a:xfrm>
            <a:off x="7299503" y="6128265"/>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11</a:t>
            </a:r>
            <a:endParaRPr lang="en-IN" sz="3600" b="1" dirty="0">
              <a:ln/>
              <a:solidFill>
                <a:schemeClr val="accent3"/>
              </a:solidFill>
            </a:endParaRPr>
          </a:p>
        </p:txBody>
      </p:sp>
      <p:sp>
        <p:nvSpPr>
          <p:cNvPr id="8" name="TextBox 7">
            <a:extLst>
              <a:ext uri="{FF2B5EF4-FFF2-40B4-BE49-F238E27FC236}">
                <a16:creationId xmlns:a16="http://schemas.microsoft.com/office/drawing/2014/main" id="{ECC07AD8-B0EA-48C3-2F23-C5284AD16F8F}"/>
              </a:ext>
            </a:extLst>
          </p:cNvPr>
          <p:cNvSpPr txBox="1"/>
          <p:nvPr/>
        </p:nvSpPr>
        <p:spPr>
          <a:xfrm>
            <a:off x="559783" y="6161705"/>
            <a:ext cx="1042987" cy="369332"/>
          </a:xfrm>
          <a:prstGeom prst="rect">
            <a:avLst/>
          </a:prstGeom>
          <a:noFill/>
        </p:spPr>
        <p:txBody>
          <a:bodyPr wrap="square">
            <a:spAutoFit/>
          </a:bodyPr>
          <a:lstStyle/>
          <a:p>
            <a:pPr algn="ctr"/>
            <a:r>
              <a:rPr lang="en-GB" b="1" dirty="0">
                <a:ln/>
                <a:solidFill>
                  <a:schemeClr val="accent3"/>
                </a:solidFill>
              </a:rPr>
              <a:t>7</a:t>
            </a:r>
            <a:endParaRPr lang="en-IN" b="1" dirty="0">
              <a:ln/>
              <a:solidFill>
                <a:schemeClr val="accent3"/>
              </a:solidFill>
            </a:endParaRPr>
          </a:p>
        </p:txBody>
      </p:sp>
      <p:sp>
        <p:nvSpPr>
          <p:cNvPr id="9" name="TextBox 8">
            <a:extLst>
              <a:ext uri="{FF2B5EF4-FFF2-40B4-BE49-F238E27FC236}">
                <a16:creationId xmlns:a16="http://schemas.microsoft.com/office/drawing/2014/main" id="{58C6B82B-9C3B-9D75-6F32-AE0F87F233ED}"/>
              </a:ext>
            </a:extLst>
          </p:cNvPr>
          <p:cNvSpPr txBox="1"/>
          <p:nvPr/>
        </p:nvSpPr>
        <p:spPr>
          <a:xfrm>
            <a:off x="1779725" y="6193971"/>
            <a:ext cx="1042987" cy="369332"/>
          </a:xfrm>
          <a:prstGeom prst="rect">
            <a:avLst/>
          </a:prstGeom>
          <a:noFill/>
        </p:spPr>
        <p:txBody>
          <a:bodyPr wrap="square">
            <a:spAutoFit/>
          </a:bodyPr>
          <a:lstStyle/>
          <a:p>
            <a:pPr algn="ctr"/>
            <a:r>
              <a:rPr lang="en-GB" b="1" dirty="0">
                <a:ln/>
                <a:solidFill>
                  <a:schemeClr val="accent3"/>
                </a:solidFill>
              </a:rPr>
              <a:t>8</a:t>
            </a:r>
            <a:endParaRPr lang="en-IN" b="1" dirty="0">
              <a:ln/>
              <a:solidFill>
                <a:schemeClr val="accent3"/>
              </a:solidFill>
            </a:endParaRPr>
          </a:p>
        </p:txBody>
      </p:sp>
      <p:sp>
        <p:nvSpPr>
          <p:cNvPr id="10" name="TextBox 9">
            <a:extLst>
              <a:ext uri="{FF2B5EF4-FFF2-40B4-BE49-F238E27FC236}">
                <a16:creationId xmlns:a16="http://schemas.microsoft.com/office/drawing/2014/main" id="{89DA2EA7-7B37-92EF-F3DF-F424490777AA}"/>
              </a:ext>
            </a:extLst>
          </p:cNvPr>
          <p:cNvSpPr txBox="1"/>
          <p:nvPr/>
        </p:nvSpPr>
        <p:spPr>
          <a:xfrm>
            <a:off x="3410263" y="6193971"/>
            <a:ext cx="1042987" cy="369332"/>
          </a:xfrm>
          <a:prstGeom prst="rect">
            <a:avLst/>
          </a:prstGeom>
          <a:noFill/>
        </p:spPr>
        <p:txBody>
          <a:bodyPr wrap="square">
            <a:spAutoFit/>
          </a:bodyPr>
          <a:lstStyle/>
          <a:p>
            <a:pPr algn="ctr"/>
            <a:r>
              <a:rPr lang="en-GB" b="1" dirty="0">
                <a:ln/>
                <a:solidFill>
                  <a:schemeClr val="accent3"/>
                </a:solidFill>
              </a:rPr>
              <a:t>9</a:t>
            </a:r>
            <a:endParaRPr lang="en-IN" b="1" dirty="0">
              <a:ln/>
              <a:solidFill>
                <a:schemeClr val="accent3"/>
              </a:solidFill>
            </a:endParaRPr>
          </a:p>
        </p:txBody>
      </p:sp>
      <p:sp>
        <p:nvSpPr>
          <p:cNvPr id="11" name="TextBox 10">
            <a:extLst>
              <a:ext uri="{FF2B5EF4-FFF2-40B4-BE49-F238E27FC236}">
                <a16:creationId xmlns:a16="http://schemas.microsoft.com/office/drawing/2014/main" id="{C442ED86-98E4-9373-806E-5CCF3CFB31C9}"/>
              </a:ext>
            </a:extLst>
          </p:cNvPr>
          <p:cNvSpPr txBox="1"/>
          <p:nvPr/>
        </p:nvSpPr>
        <p:spPr>
          <a:xfrm>
            <a:off x="5069341" y="6204465"/>
            <a:ext cx="1042987" cy="369332"/>
          </a:xfrm>
          <a:prstGeom prst="rect">
            <a:avLst/>
          </a:prstGeom>
          <a:noFill/>
        </p:spPr>
        <p:txBody>
          <a:bodyPr wrap="square">
            <a:spAutoFit/>
          </a:bodyPr>
          <a:lstStyle/>
          <a:p>
            <a:pPr algn="ctr"/>
            <a:r>
              <a:rPr lang="en-GB" b="1" dirty="0">
                <a:ln/>
                <a:solidFill>
                  <a:schemeClr val="accent3"/>
                </a:solidFill>
              </a:rPr>
              <a:t>10</a:t>
            </a:r>
            <a:endParaRPr lang="en-IN" b="1" dirty="0">
              <a:ln/>
              <a:solidFill>
                <a:schemeClr val="accent3"/>
              </a:solidFill>
            </a:endParaRPr>
          </a:p>
        </p:txBody>
      </p:sp>
      <p:sp>
        <p:nvSpPr>
          <p:cNvPr id="12" name="TextBox 11">
            <a:extLst>
              <a:ext uri="{FF2B5EF4-FFF2-40B4-BE49-F238E27FC236}">
                <a16:creationId xmlns:a16="http://schemas.microsoft.com/office/drawing/2014/main" id="{C4C910FC-7E57-5558-6D6D-77B0AFEFF1AE}"/>
              </a:ext>
            </a:extLst>
          </p:cNvPr>
          <p:cNvSpPr txBox="1"/>
          <p:nvPr/>
        </p:nvSpPr>
        <p:spPr>
          <a:xfrm>
            <a:off x="8931278" y="6172591"/>
            <a:ext cx="1042987" cy="369332"/>
          </a:xfrm>
          <a:prstGeom prst="rect">
            <a:avLst/>
          </a:prstGeom>
          <a:noFill/>
        </p:spPr>
        <p:txBody>
          <a:bodyPr wrap="square">
            <a:spAutoFit/>
          </a:bodyPr>
          <a:lstStyle/>
          <a:p>
            <a:pPr algn="ctr"/>
            <a:r>
              <a:rPr lang="en-GB" b="1" dirty="0">
                <a:ln/>
                <a:solidFill>
                  <a:schemeClr val="accent3"/>
                </a:solidFill>
              </a:rPr>
              <a:t>12</a:t>
            </a:r>
            <a:endParaRPr lang="en-IN" b="1" dirty="0">
              <a:ln/>
              <a:solidFill>
                <a:schemeClr val="accent3"/>
              </a:solidFill>
            </a:endParaRPr>
          </a:p>
        </p:txBody>
      </p:sp>
      <p:sp>
        <p:nvSpPr>
          <p:cNvPr id="13" name="TextBox 12">
            <a:extLst>
              <a:ext uri="{FF2B5EF4-FFF2-40B4-BE49-F238E27FC236}">
                <a16:creationId xmlns:a16="http://schemas.microsoft.com/office/drawing/2014/main" id="{2EB55F4A-3077-DB0A-793C-E5E9F246665E}"/>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13</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9C3EDA6D-84B1-D6AA-9D79-A71F0A74E195}"/>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B6E15956-8F96-6312-73B0-14D71B7644BA}"/>
              </a:ext>
            </a:extLst>
          </p:cNvPr>
          <p:cNvPicPr>
            <a:picLocks noChangeAspect="1"/>
          </p:cNvPicPr>
          <p:nvPr/>
        </p:nvPicPr>
        <p:blipFill>
          <a:blip r:embed="rId2"/>
          <a:stretch>
            <a:fillRect/>
          </a:stretch>
        </p:blipFill>
        <p:spPr>
          <a:xfrm>
            <a:off x="1110300" y="326963"/>
            <a:ext cx="8833694" cy="5507780"/>
          </a:xfrm>
          <a:prstGeom prst="rect">
            <a:avLst/>
          </a:prstGeom>
        </p:spPr>
      </p:pic>
    </p:spTree>
    <p:extLst>
      <p:ext uri="{BB962C8B-B14F-4D97-AF65-F5344CB8AC3E}">
        <p14:creationId xmlns:p14="http://schemas.microsoft.com/office/powerpoint/2010/main" val="17649519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10FC95E-A838-3BA6-AC15-665A0123421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2237CEC-C996-7614-2367-D1AC4195A2A9}"/>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39BEB9D8-6A6F-D648-E884-EE34FD4A17D3}"/>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7B090E16-866C-D580-B6EB-AF1DEB3957DA}"/>
              </a:ext>
            </a:extLst>
          </p:cNvPr>
          <p:cNvSpPr/>
          <p:nvPr/>
        </p:nvSpPr>
        <p:spPr>
          <a:xfrm>
            <a:off x="8875828" y="6128265"/>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12</a:t>
            </a:r>
            <a:endParaRPr lang="en-IN" sz="3600" b="1" dirty="0">
              <a:ln/>
              <a:solidFill>
                <a:schemeClr val="accent3"/>
              </a:solidFill>
            </a:endParaRPr>
          </a:p>
        </p:txBody>
      </p:sp>
      <p:sp>
        <p:nvSpPr>
          <p:cNvPr id="8" name="TextBox 7">
            <a:extLst>
              <a:ext uri="{FF2B5EF4-FFF2-40B4-BE49-F238E27FC236}">
                <a16:creationId xmlns:a16="http://schemas.microsoft.com/office/drawing/2014/main" id="{42A981A6-2D42-E72C-D954-74B792D0228C}"/>
              </a:ext>
            </a:extLst>
          </p:cNvPr>
          <p:cNvSpPr txBox="1"/>
          <p:nvPr/>
        </p:nvSpPr>
        <p:spPr>
          <a:xfrm>
            <a:off x="559783" y="6161705"/>
            <a:ext cx="1042987" cy="369332"/>
          </a:xfrm>
          <a:prstGeom prst="rect">
            <a:avLst/>
          </a:prstGeom>
          <a:noFill/>
        </p:spPr>
        <p:txBody>
          <a:bodyPr wrap="square">
            <a:spAutoFit/>
          </a:bodyPr>
          <a:lstStyle/>
          <a:p>
            <a:pPr algn="ctr"/>
            <a:r>
              <a:rPr lang="en-GB" b="1" dirty="0">
                <a:ln/>
                <a:solidFill>
                  <a:schemeClr val="accent3"/>
                </a:solidFill>
              </a:rPr>
              <a:t>7</a:t>
            </a:r>
            <a:endParaRPr lang="en-IN" b="1" dirty="0">
              <a:ln/>
              <a:solidFill>
                <a:schemeClr val="accent3"/>
              </a:solidFill>
            </a:endParaRPr>
          </a:p>
        </p:txBody>
      </p:sp>
      <p:sp>
        <p:nvSpPr>
          <p:cNvPr id="9" name="TextBox 8">
            <a:extLst>
              <a:ext uri="{FF2B5EF4-FFF2-40B4-BE49-F238E27FC236}">
                <a16:creationId xmlns:a16="http://schemas.microsoft.com/office/drawing/2014/main" id="{16E232C6-7F95-8E67-CAF1-CC28B60F60B4}"/>
              </a:ext>
            </a:extLst>
          </p:cNvPr>
          <p:cNvSpPr txBox="1"/>
          <p:nvPr/>
        </p:nvSpPr>
        <p:spPr>
          <a:xfrm>
            <a:off x="1779725" y="6193971"/>
            <a:ext cx="1042987" cy="369332"/>
          </a:xfrm>
          <a:prstGeom prst="rect">
            <a:avLst/>
          </a:prstGeom>
          <a:noFill/>
        </p:spPr>
        <p:txBody>
          <a:bodyPr wrap="square">
            <a:spAutoFit/>
          </a:bodyPr>
          <a:lstStyle/>
          <a:p>
            <a:pPr algn="ctr"/>
            <a:r>
              <a:rPr lang="en-GB" b="1" dirty="0">
                <a:ln/>
                <a:solidFill>
                  <a:schemeClr val="accent3"/>
                </a:solidFill>
              </a:rPr>
              <a:t>8</a:t>
            </a:r>
            <a:endParaRPr lang="en-IN" b="1" dirty="0">
              <a:ln/>
              <a:solidFill>
                <a:schemeClr val="accent3"/>
              </a:solidFill>
            </a:endParaRPr>
          </a:p>
        </p:txBody>
      </p:sp>
      <p:sp>
        <p:nvSpPr>
          <p:cNvPr id="10" name="TextBox 9">
            <a:extLst>
              <a:ext uri="{FF2B5EF4-FFF2-40B4-BE49-F238E27FC236}">
                <a16:creationId xmlns:a16="http://schemas.microsoft.com/office/drawing/2014/main" id="{57A721D0-0FFE-CDDE-EAE3-A808003518D1}"/>
              </a:ext>
            </a:extLst>
          </p:cNvPr>
          <p:cNvSpPr txBox="1"/>
          <p:nvPr/>
        </p:nvSpPr>
        <p:spPr>
          <a:xfrm>
            <a:off x="3410263" y="6193971"/>
            <a:ext cx="1042987" cy="369332"/>
          </a:xfrm>
          <a:prstGeom prst="rect">
            <a:avLst/>
          </a:prstGeom>
          <a:noFill/>
        </p:spPr>
        <p:txBody>
          <a:bodyPr wrap="square">
            <a:spAutoFit/>
          </a:bodyPr>
          <a:lstStyle/>
          <a:p>
            <a:pPr algn="ctr"/>
            <a:r>
              <a:rPr lang="en-GB" b="1" dirty="0">
                <a:ln/>
                <a:solidFill>
                  <a:schemeClr val="accent3"/>
                </a:solidFill>
              </a:rPr>
              <a:t>9</a:t>
            </a:r>
            <a:endParaRPr lang="en-IN" b="1" dirty="0">
              <a:ln/>
              <a:solidFill>
                <a:schemeClr val="accent3"/>
              </a:solidFill>
            </a:endParaRPr>
          </a:p>
        </p:txBody>
      </p:sp>
      <p:sp>
        <p:nvSpPr>
          <p:cNvPr id="11" name="TextBox 10">
            <a:extLst>
              <a:ext uri="{FF2B5EF4-FFF2-40B4-BE49-F238E27FC236}">
                <a16:creationId xmlns:a16="http://schemas.microsoft.com/office/drawing/2014/main" id="{1D8F2A38-4A27-ABFC-B601-A5C9F923F23D}"/>
              </a:ext>
            </a:extLst>
          </p:cNvPr>
          <p:cNvSpPr txBox="1"/>
          <p:nvPr/>
        </p:nvSpPr>
        <p:spPr>
          <a:xfrm>
            <a:off x="5069341" y="6204465"/>
            <a:ext cx="1042987" cy="369332"/>
          </a:xfrm>
          <a:prstGeom prst="rect">
            <a:avLst/>
          </a:prstGeom>
          <a:noFill/>
        </p:spPr>
        <p:txBody>
          <a:bodyPr wrap="square">
            <a:spAutoFit/>
          </a:bodyPr>
          <a:lstStyle/>
          <a:p>
            <a:pPr algn="ctr"/>
            <a:r>
              <a:rPr lang="en-GB" b="1" dirty="0">
                <a:ln/>
                <a:solidFill>
                  <a:schemeClr val="accent3"/>
                </a:solidFill>
              </a:rPr>
              <a:t>10</a:t>
            </a:r>
            <a:endParaRPr lang="en-IN" b="1" dirty="0">
              <a:ln/>
              <a:solidFill>
                <a:schemeClr val="accent3"/>
              </a:solidFill>
            </a:endParaRPr>
          </a:p>
        </p:txBody>
      </p:sp>
      <p:sp>
        <p:nvSpPr>
          <p:cNvPr id="12" name="TextBox 11">
            <a:extLst>
              <a:ext uri="{FF2B5EF4-FFF2-40B4-BE49-F238E27FC236}">
                <a16:creationId xmlns:a16="http://schemas.microsoft.com/office/drawing/2014/main" id="{A80802D1-A71A-BF6B-8193-1B45F360CC22}"/>
              </a:ext>
            </a:extLst>
          </p:cNvPr>
          <p:cNvSpPr txBox="1"/>
          <p:nvPr/>
        </p:nvSpPr>
        <p:spPr>
          <a:xfrm>
            <a:off x="6728419" y="6193971"/>
            <a:ext cx="1042987" cy="369332"/>
          </a:xfrm>
          <a:prstGeom prst="rect">
            <a:avLst/>
          </a:prstGeom>
          <a:noFill/>
        </p:spPr>
        <p:txBody>
          <a:bodyPr wrap="square">
            <a:spAutoFit/>
          </a:bodyPr>
          <a:lstStyle/>
          <a:p>
            <a:pPr algn="ctr"/>
            <a:r>
              <a:rPr lang="en-GB" b="1" dirty="0">
                <a:ln/>
                <a:solidFill>
                  <a:schemeClr val="accent3"/>
                </a:solidFill>
              </a:rPr>
              <a:t>11</a:t>
            </a:r>
            <a:endParaRPr lang="en-IN" b="1" dirty="0">
              <a:ln/>
              <a:solidFill>
                <a:schemeClr val="accent3"/>
              </a:solidFill>
            </a:endParaRPr>
          </a:p>
        </p:txBody>
      </p:sp>
      <p:sp>
        <p:nvSpPr>
          <p:cNvPr id="13" name="TextBox 12">
            <a:extLst>
              <a:ext uri="{FF2B5EF4-FFF2-40B4-BE49-F238E27FC236}">
                <a16:creationId xmlns:a16="http://schemas.microsoft.com/office/drawing/2014/main" id="{A9AA9D80-3A89-B332-A345-562CA85BA28A}"/>
              </a:ext>
            </a:extLst>
          </p:cNvPr>
          <p:cNvSpPr txBox="1"/>
          <p:nvPr/>
        </p:nvSpPr>
        <p:spPr>
          <a:xfrm>
            <a:off x="10503922" y="6150428"/>
            <a:ext cx="1042987" cy="369332"/>
          </a:xfrm>
          <a:prstGeom prst="rect">
            <a:avLst/>
          </a:prstGeom>
          <a:noFill/>
        </p:spPr>
        <p:txBody>
          <a:bodyPr wrap="square">
            <a:spAutoFit/>
          </a:bodyPr>
          <a:lstStyle/>
          <a:p>
            <a:pPr algn="ctr"/>
            <a:r>
              <a:rPr lang="en-GB" b="1" dirty="0">
                <a:ln/>
                <a:solidFill>
                  <a:schemeClr val="accent3"/>
                </a:solidFill>
              </a:rPr>
              <a:t>13</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754584D5-53BB-8EA2-D2C5-E759AE5B5C21}"/>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DE642E89-2D41-15B8-5505-696E9AE176ED}"/>
              </a:ext>
            </a:extLst>
          </p:cNvPr>
          <p:cNvPicPr>
            <a:picLocks noChangeAspect="1"/>
          </p:cNvPicPr>
          <p:nvPr/>
        </p:nvPicPr>
        <p:blipFill>
          <a:blip r:embed="rId2"/>
          <a:stretch>
            <a:fillRect/>
          </a:stretch>
        </p:blipFill>
        <p:spPr>
          <a:xfrm>
            <a:off x="950374" y="419646"/>
            <a:ext cx="9880912" cy="5009010"/>
          </a:xfrm>
          <a:prstGeom prst="rect">
            <a:avLst/>
          </a:prstGeom>
        </p:spPr>
      </p:pic>
    </p:spTree>
    <p:extLst>
      <p:ext uri="{BB962C8B-B14F-4D97-AF65-F5344CB8AC3E}">
        <p14:creationId xmlns:p14="http://schemas.microsoft.com/office/powerpoint/2010/main" val="42692500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101E7E0-EA6A-66D6-427F-76D9AA4FF4F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2350081-0811-27FC-D215-AC09CAAB73CE}"/>
              </a:ext>
            </a:extLst>
          </p:cNvPr>
          <p:cNvSpPr/>
          <p:nvPr/>
        </p:nvSpPr>
        <p:spPr>
          <a:xfrm>
            <a:off x="370114" y="348343"/>
            <a:ext cx="11484429" cy="6215743"/>
          </a:xfrm>
          <a:prstGeom prst="roundRect">
            <a:avLst>
              <a:gd name="adj" fmla="val 7035"/>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D08518FE-B644-79FA-183F-11A879823D15}"/>
              </a:ext>
            </a:extLst>
          </p:cNvPr>
          <p:cNvSpPr/>
          <p:nvPr/>
        </p:nvSpPr>
        <p:spPr>
          <a:xfrm>
            <a:off x="353786" y="6150428"/>
            <a:ext cx="11484428" cy="413658"/>
          </a:xfrm>
          <a:prstGeom prst="roundRect">
            <a:avLst>
              <a:gd name="adj" fmla="val 50000"/>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CEBB4EC6-B97F-09C5-D4AE-EB4AFF0057FC}"/>
              </a:ext>
            </a:extLst>
          </p:cNvPr>
          <p:cNvSpPr/>
          <p:nvPr/>
        </p:nvSpPr>
        <p:spPr>
          <a:xfrm>
            <a:off x="10478331" y="6139542"/>
            <a:ext cx="1153886" cy="413658"/>
          </a:xfrm>
          <a:prstGeom prst="roundRect">
            <a:avLst>
              <a:gd name="adj" fmla="val 50000"/>
            </a:avLst>
          </a:prstGeom>
          <a:solidFill>
            <a:srgbClr val="FFFF00"/>
          </a:solidFill>
        </p:spPr>
        <p:style>
          <a:lnRef idx="1">
            <a:schemeClr val="accent5"/>
          </a:lnRef>
          <a:fillRef idx="2">
            <a:schemeClr val="accent5"/>
          </a:fillRef>
          <a:effectRef idx="1">
            <a:schemeClr val="accent5"/>
          </a:effectRef>
          <a:fontRef idx="minor">
            <a:schemeClr val="dk1"/>
          </a:fontRef>
        </p:style>
        <p:txBody>
          <a:bodyPr rtlCol="0" anchor="ctr">
            <a:scene3d>
              <a:camera prst="orthographicFront"/>
              <a:lightRig rig="harsh" dir="t"/>
            </a:scene3d>
            <a:sp3d extrusionH="57150" prstMaterial="matte">
              <a:bevelT w="63500" h="12700" prst="angle"/>
              <a:contourClr>
                <a:schemeClr val="bg1">
                  <a:lumMod val="65000"/>
                </a:schemeClr>
              </a:contourClr>
            </a:sp3d>
          </a:bodyPr>
          <a:lstStyle/>
          <a:p>
            <a:pPr algn="ctr"/>
            <a:r>
              <a:rPr lang="en-GB" sz="3600" b="1" dirty="0">
                <a:ln/>
                <a:solidFill>
                  <a:schemeClr val="accent3"/>
                </a:solidFill>
              </a:rPr>
              <a:t>13</a:t>
            </a:r>
            <a:endParaRPr lang="en-IN" sz="3600" b="1" dirty="0">
              <a:ln/>
              <a:solidFill>
                <a:schemeClr val="accent3"/>
              </a:solidFill>
            </a:endParaRPr>
          </a:p>
        </p:txBody>
      </p:sp>
      <p:sp>
        <p:nvSpPr>
          <p:cNvPr id="8" name="TextBox 7">
            <a:extLst>
              <a:ext uri="{FF2B5EF4-FFF2-40B4-BE49-F238E27FC236}">
                <a16:creationId xmlns:a16="http://schemas.microsoft.com/office/drawing/2014/main" id="{F93F5531-BF4F-D224-00BE-1720B9840079}"/>
              </a:ext>
            </a:extLst>
          </p:cNvPr>
          <p:cNvSpPr txBox="1"/>
          <p:nvPr/>
        </p:nvSpPr>
        <p:spPr>
          <a:xfrm>
            <a:off x="559783" y="6161705"/>
            <a:ext cx="1042987" cy="369332"/>
          </a:xfrm>
          <a:prstGeom prst="rect">
            <a:avLst/>
          </a:prstGeom>
          <a:noFill/>
        </p:spPr>
        <p:txBody>
          <a:bodyPr wrap="square">
            <a:spAutoFit/>
          </a:bodyPr>
          <a:lstStyle/>
          <a:p>
            <a:pPr algn="ctr"/>
            <a:r>
              <a:rPr lang="en-GB" b="1" dirty="0">
                <a:ln/>
                <a:solidFill>
                  <a:schemeClr val="accent3"/>
                </a:solidFill>
              </a:rPr>
              <a:t>7</a:t>
            </a:r>
            <a:endParaRPr lang="en-IN" b="1" dirty="0">
              <a:ln/>
              <a:solidFill>
                <a:schemeClr val="accent3"/>
              </a:solidFill>
            </a:endParaRPr>
          </a:p>
        </p:txBody>
      </p:sp>
      <p:sp>
        <p:nvSpPr>
          <p:cNvPr id="9" name="TextBox 8">
            <a:extLst>
              <a:ext uri="{FF2B5EF4-FFF2-40B4-BE49-F238E27FC236}">
                <a16:creationId xmlns:a16="http://schemas.microsoft.com/office/drawing/2014/main" id="{65ABDD50-7956-DAC6-FDE3-82E19849BBFC}"/>
              </a:ext>
            </a:extLst>
          </p:cNvPr>
          <p:cNvSpPr txBox="1"/>
          <p:nvPr/>
        </p:nvSpPr>
        <p:spPr>
          <a:xfrm>
            <a:off x="1779725" y="6193971"/>
            <a:ext cx="1042987" cy="369332"/>
          </a:xfrm>
          <a:prstGeom prst="rect">
            <a:avLst/>
          </a:prstGeom>
          <a:noFill/>
        </p:spPr>
        <p:txBody>
          <a:bodyPr wrap="square">
            <a:spAutoFit/>
          </a:bodyPr>
          <a:lstStyle/>
          <a:p>
            <a:pPr algn="ctr"/>
            <a:r>
              <a:rPr lang="en-GB" b="1" dirty="0">
                <a:ln/>
                <a:solidFill>
                  <a:schemeClr val="accent3"/>
                </a:solidFill>
              </a:rPr>
              <a:t>8</a:t>
            </a:r>
            <a:endParaRPr lang="en-IN" b="1" dirty="0">
              <a:ln/>
              <a:solidFill>
                <a:schemeClr val="accent3"/>
              </a:solidFill>
            </a:endParaRPr>
          </a:p>
        </p:txBody>
      </p:sp>
      <p:sp>
        <p:nvSpPr>
          <p:cNvPr id="10" name="TextBox 9">
            <a:extLst>
              <a:ext uri="{FF2B5EF4-FFF2-40B4-BE49-F238E27FC236}">
                <a16:creationId xmlns:a16="http://schemas.microsoft.com/office/drawing/2014/main" id="{A50F82C7-80DD-F1CF-DC28-DF926A6B1939}"/>
              </a:ext>
            </a:extLst>
          </p:cNvPr>
          <p:cNvSpPr txBox="1"/>
          <p:nvPr/>
        </p:nvSpPr>
        <p:spPr>
          <a:xfrm>
            <a:off x="3410263" y="6193971"/>
            <a:ext cx="1042987" cy="369332"/>
          </a:xfrm>
          <a:prstGeom prst="rect">
            <a:avLst/>
          </a:prstGeom>
          <a:noFill/>
        </p:spPr>
        <p:txBody>
          <a:bodyPr wrap="square">
            <a:spAutoFit/>
          </a:bodyPr>
          <a:lstStyle/>
          <a:p>
            <a:pPr algn="ctr"/>
            <a:r>
              <a:rPr lang="en-GB" b="1" dirty="0">
                <a:ln/>
                <a:solidFill>
                  <a:schemeClr val="accent3"/>
                </a:solidFill>
              </a:rPr>
              <a:t>9</a:t>
            </a:r>
            <a:endParaRPr lang="en-IN" b="1" dirty="0">
              <a:ln/>
              <a:solidFill>
                <a:schemeClr val="accent3"/>
              </a:solidFill>
            </a:endParaRPr>
          </a:p>
        </p:txBody>
      </p:sp>
      <p:sp>
        <p:nvSpPr>
          <p:cNvPr id="11" name="TextBox 10">
            <a:extLst>
              <a:ext uri="{FF2B5EF4-FFF2-40B4-BE49-F238E27FC236}">
                <a16:creationId xmlns:a16="http://schemas.microsoft.com/office/drawing/2014/main" id="{70111FD0-E662-2E6A-5768-8FD399B0816D}"/>
              </a:ext>
            </a:extLst>
          </p:cNvPr>
          <p:cNvSpPr txBox="1"/>
          <p:nvPr/>
        </p:nvSpPr>
        <p:spPr>
          <a:xfrm>
            <a:off x="5069341" y="6204465"/>
            <a:ext cx="1042987" cy="369332"/>
          </a:xfrm>
          <a:prstGeom prst="rect">
            <a:avLst/>
          </a:prstGeom>
          <a:noFill/>
        </p:spPr>
        <p:txBody>
          <a:bodyPr wrap="square">
            <a:spAutoFit/>
          </a:bodyPr>
          <a:lstStyle/>
          <a:p>
            <a:pPr algn="ctr"/>
            <a:r>
              <a:rPr lang="en-GB" b="1" dirty="0">
                <a:ln/>
                <a:solidFill>
                  <a:schemeClr val="accent3"/>
                </a:solidFill>
              </a:rPr>
              <a:t>10</a:t>
            </a:r>
            <a:endParaRPr lang="en-IN" b="1" dirty="0">
              <a:ln/>
              <a:solidFill>
                <a:schemeClr val="accent3"/>
              </a:solidFill>
            </a:endParaRPr>
          </a:p>
        </p:txBody>
      </p:sp>
      <p:sp>
        <p:nvSpPr>
          <p:cNvPr id="12" name="TextBox 11">
            <a:extLst>
              <a:ext uri="{FF2B5EF4-FFF2-40B4-BE49-F238E27FC236}">
                <a16:creationId xmlns:a16="http://schemas.microsoft.com/office/drawing/2014/main" id="{37CCF683-A9EE-E875-8E39-B55BAF4524BF}"/>
              </a:ext>
            </a:extLst>
          </p:cNvPr>
          <p:cNvSpPr txBox="1"/>
          <p:nvPr/>
        </p:nvSpPr>
        <p:spPr>
          <a:xfrm>
            <a:off x="6728419" y="6193971"/>
            <a:ext cx="1042987" cy="369332"/>
          </a:xfrm>
          <a:prstGeom prst="rect">
            <a:avLst/>
          </a:prstGeom>
          <a:noFill/>
        </p:spPr>
        <p:txBody>
          <a:bodyPr wrap="square">
            <a:spAutoFit/>
          </a:bodyPr>
          <a:lstStyle/>
          <a:p>
            <a:pPr algn="ctr"/>
            <a:r>
              <a:rPr lang="en-GB" b="1" dirty="0">
                <a:ln/>
                <a:solidFill>
                  <a:schemeClr val="accent3"/>
                </a:solidFill>
              </a:rPr>
              <a:t>11</a:t>
            </a:r>
            <a:endParaRPr lang="en-IN" b="1" dirty="0">
              <a:ln/>
              <a:solidFill>
                <a:schemeClr val="accent3"/>
              </a:solidFill>
            </a:endParaRPr>
          </a:p>
        </p:txBody>
      </p:sp>
      <p:sp>
        <p:nvSpPr>
          <p:cNvPr id="13" name="TextBox 12">
            <a:extLst>
              <a:ext uri="{FF2B5EF4-FFF2-40B4-BE49-F238E27FC236}">
                <a16:creationId xmlns:a16="http://schemas.microsoft.com/office/drawing/2014/main" id="{21FCB0F9-AAF9-D50A-433A-1ECABC9524BA}"/>
              </a:ext>
            </a:extLst>
          </p:cNvPr>
          <p:cNvSpPr txBox="1"/>
          <p:nvPr/>
        </p:nvSpPr>
        <p:spPr>
          <a:xfrm>
            <a:off x="8736895" y="6161705"/>
            <a:ext cx="1042987" cy="369332"/>
          </a:xfrm>
          <a:prstGeom prst="rect">
            <a:avLst/>
          </a:prstGeom>
          <a:noFill/>
        </p:spPr>
        <p:txBody>
          <a:bodyPr wrap="square">
            <a:spAutoFit/>
          </a:bodyPr>
          <a:lstStyle/>
          <a:p>
            <a:pPr algn="ctr"/>
            <a:r>
              <a:rPr lang="en-GB" b="1" dirty="0">
                <a:ln/>
                <a:solidFill>
                  <a:schemeClr val="accent3"/>
                </a:solidFill>
              </a:rPr>
              <a:t>12</a:t>
            </a:r>
            <a:endParaRPr lang="en-IN" b="1" dirty="0">
              <a:ln/>
              <a:solidFill>
                <a:schemeClr val="accent3"/>
              </a:solidFill>
            </a:endParaRPr>
          </a:p>
        </p:txBody>
      </p:sp>
      <p:sp>
        <p:nvSpPr>
          <p:cNvPr id="2" name="Rectangle: Rounded Corners 1">
            <a:extLst>
              <a:ext uri="{FF2B5EF4-FFF2-40B4-BE49-F238E27FC236}">
                <a16:creationId xmlns:a16="http://schemas.microsoft.com/office/drawing/2014/main" id="{EF097371-5C81-46E8-50FF-22A9B2592034}"/>
              </a:ext>
            </a:extLst>
          </p:cNvPr>
          <p:cNvSpPr/>
          <p:nvPr/>
        </p:nvSpPr>
        <p:spPr>
          <a:xfrm>
            <a:off x="353786" y="228600"/>
            <a:ext cx="11484428" cy="5682343"/>
          </a:xfrm>
          <a:prstGeom prst="roundRect">
            <a:avLst>
              <a:gd name="adj" fmla="val 651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FA2326B6-AB07-3956-4A64-310885963FE4}"/>
              </a:ext>
            </a:extLst>
          </p:cNvPr>
          <p:cNvPicPr>
            <a:picLocks noChangeAspect="1"/>
          </p:cNvPicPr>
          <p:nvPr/>
        </p:nvPicPr>
        <p:blipFill>
          <a:blip r:embed="rId2"/>
          <a:stretch>
            <a:fillRect/>
          </a:stretch>
        </p:blipFill>
        <p:spPr>
          <a:xfrm>
            <a:off x="1171489" y="517408"/>
            <a:ext cx="9017539" cy="5230339"/>
          </a:xfrm>
          <a:prstGeom prst="rect">
            <a:avLst/>
          </a:prstGeom>
        </p:spPr>
      </p:pic>
    </p:spTree>
    <p:extLst>
      <p:ext uri="{BB962C8B-B14F-4D97-AF65-F5344CB8AC3E}">
        <p14:creationId xmlns:p14="http://schemas.microsoft.com/office/powerpoint/2010/main" val="7040438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208</Words>
  <Application>Microsoft Office PowerPoint</Application>
  <PresentationFormat>Widescreen</PresentationFormat>
  <Paragraphs>106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 sheikh</dc:creator>
  <cp:lastModifiedBy>sana sheikh</cp:lastModifiedBy>
  <cp:revision>1</cp:revision>
  <dcterms:created xsi:type="dcterms:W3CDTF">2025-11-08T08:03:31Z</dcterms:created>
  <dcterms:modified xsi:type="dcterms:W3CDTF">2025-11-08T09:49:34Z</dcterms:modified>
</cp:coreProperties>
</file>